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AC78"/>
    <a:srgbClr val="DE5A18"/>
    <a:srgbClr val="ED8A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AF1AB7-ED00-4125-A896-AE68FAF1D211}" v="302" dt="2026-08-13T10:06:13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a Ramona Arama" userId="e4aa02c9-e2fd-4efb-a2a7-d99c0fef86fe" providerId="ADAL" clId="{E82F1A68-28C2-47A9-8A79-3A51CEB21C87}"/>
    <pc:docChg chg="undo custSel addSld delSld modSld sldOrd">
      <pc:chgData name="Dona Ramona Arama" userId="e4aa02c9-e2fd-4efb-a2a7-d99c0fef86fe" providerId="ADAL" clId="{E82F1A68-28C2-47A9-8A79-3A51CEB21C87}" dt="2026-08-13T11:08:52.248" v="1164" actId="1037"/>
      <pc:docMkLst>
        <pc:docMk/>
      </pc:docMkLst>
      <pc:sldChg chg="addSp delSp modSp del mod">
        <pc:chgData name="Dona Ramona Arama" userId="e4aa02c9-e2fd-4efb-a2a7-d99c0fef86fe" providerId="ADAL" clId="{E82F1A68-28C2-47A9-8A79-3A51CEB21C87}" dt="2026-08-13T10:06:01.533" v="1120" actId="2696"/>
        <pc:sldMkLst>
          <pc:docMk/>
          <pc:sldMk cId="285038911" sldId="256"/>
        </pc:sldMkLst>
        <pc:spChg chg="del">
          <ac:chgData name="Dona Ramona Arama" userId="e4aa02c9-e2fd-4efb-a2a7-d99c0fef86fe" providerId="ADAL" clId="{E82F1A68-28C2-47A9-8A79-3A51CEB21C87}" dt="2026-08-13T09:44:52.073" v="959" actId="478"/>
          <ac:spMkLst>
            <pc:docMk/>
            <pc:sldMk cId="285038911" sldId="256"/>
            <ac:spMk id="2" creationId="{30858AB1-2A14-30FE-7721-735007F85358}"/>
          </ac:spMkLst>
        </pc:spChg>
        <pc:spChg chg="del">
          <ac:chgData name="Dona Ramona Arama" userId="e4aa02c9-e2fd-4efb-a2a7-d99c0fef86fe" providerId="ADAL" clId="{E82F1A68-28C2-47A9-8A79-3A51CEB21C87}" dt="2026-08-13T09:20:01.121" v="725" actId="478"/>
          <ac:spMkLst>
            <pc:docMk/>
            <pc:sldMk cId="285038911" sldId="256"/>
            <ac:spMk id="3" creationId="{8A4202A8-FA50-1106-2008-7B3992E0E665}"/>
          </ac:spMkLst>
        </pc:spChg>
        <pc:spChg chg="del">
          <ac:chgData name="Dona Ramona Arama" userId="e4aa02c9-e2fd-4efb-a2a7-d99c0fef86fe" providerId="ADAL" clId="{E82F1A68-28C2-47A9-8A79-3A51CEB21C87}" dt="2026-08-13T09:19:27.517" v="718" actId="478"/>
          <ac:spMkLst>
            <pc:docMk/>
            <pc:sldMk cId="285038911" sldId="256"/>
            <ac:spMk id="4" creationId="{A30EF07C-65F8-C778-7764-31473CB5A8B5}"/>
          </ac:spMkLst>
        </pc:spChg>
        <pc:spChg chg="del mod">
          <ac:chgData name="Dona Ramona Arama" userId="e4aa02c9-e2fd-4efb-a2a7-d99c0fef86fe" providerId="ADAL" clId="{E82F1A68-28C2-47A9-8A79-3A51CEB21C87}" dt="2026-08-13T09:19:31.498" v="720" actId="478"/>
          <ac:spMkLst>
            <pc:docMk/>
            <pc:sldMk cId="285038911" sldId="256"/>
            <ac:spMk id="5" creationId="{A9B0D87D-8285-E9AB-4BF5-254E1A6CA1BE}"/>
          </ac:spMkLst>
        </pc:spChg>
        <pc:spChg chg="mod">
          <ac:chgData name="Dona Ramona Arama" userId="e4aa02c9-e2fd-4efb-a2a7-d99c0fef86fe" providerId="ADAL" clId="{E82F1A68-28C2-47A9-8A79-3A51CEB21C87}" dt="2026-08-13T09:46:33.844" v="1007" actId="255"/>
          <ac:spMkLst>
            <pc:docMk/>
            <pc:sldMk cId="285038911" sldId="256"/>
            <ac:spMk id="7" creationId="{C6C8DFE1-C347-34C5-C892-03AAD06A920E}"/>
          </ac:spMkLst>
        </pc:spChg>
        <pc:spChg chg="mod">
          <ac:chgData name="Dona Ramona Arama" userId="e4aa02c9-e2fd-4efb-a2a7-d99c0fef86fe" providerId="ADAL" clId="{E82F1A68-28C2-47A9-8A79-3A51CEB21C87}" dt="2026-08-13T09:46:37.388" v="1010" actId="1036"/>
          <ac:spMkLst>
            <pc:docMk/>
            <pc:sldMk cId="285038911" sldId="256"/>
            <ac:spMk id="8" creationId="{8B4853FD-1B40-C373-F9B6-D1C5AEEDE755}"/>
          </ac:spMkLst>
        </pc:spChg>
        <pc:spChg chg="del mod">
          <ac:chgData name="Dona Ramona Arama" userId="e4aa02c9-e2fd-4efb-a2a7-d99c0fef86fe" providerId="ADAL" clId="{E82F1A68-28C2-47A9-8A79-3A51CEB21C87}" dt="2026-08-13T09:45:59.106" v="997" actId="478"/>
          <ac:spMkLst>
            <pc:docMk/>
            <pc:sldMk cId="285038911" sldId="256"/>
            <ac:spMk id="9" creationId="{18350C20-C04D-D5FB-EB6A-E3B23D4A59B9}"/>
          </ac:spMkLst>
        </pc:spChg>
        <pc:spChg chg="add mod">
          <ac:chgData name="Dona Ramona Arama" userId="e4aa02c9-e2fd-4efb-a2a7-d99c0fef86fe" providerId="ADAL" clId="{E82F1A68-28C2-47A9-8A79-3A51CEB21C87}" dt="2026-08-13T09:45:13.588" v="991" actId="1038"/>
          <ac:spMkLst>
            <pc:docMk/>
            <pc:sldMk cId="285038911" sldId="256"/>
            <ac:spMk id="13" creationId="{2AD34CD3-7F22-479D-9B2E-67E7FB5EAFE3}"/>
          </ac:spMkLst>
        </pc:spChg>
        <pc:picChg chg="add del mod">
          <ac:chgData name="Dona Ramona Arama" userId="e4aa02c9-e2fd-4efb-a2a7-d99c0fef86fe" providerId="ADAL" clId="{E82F1A68-28C2-47A9-8A79-3A51CEB21C87}" dt="2026-08-13T09:18:42.300" v="712" actId="478"/>
          <ac:picMkLst>
            <pc:docMk/>
            <pc:sldMk cId="285038911" sldId="256"/>
            <ac:picMk id="10" creationId="{53C878C2-3F8E-2355-1634-00FBAC5DAFEC}"/>
          </ac:picMkLst>
        </pc:picChg>
        <pc:picChg chg="add mod">
          <ac:chgData name="Dona Ramona Arama" userId="e4aa02c9-e2fd-4efb-a2a7-d99c0fef86fe" providerId="ADAL" clId="{E82F1A68-28C2-47A9-8A79-3A51CEB21C87}" dt="2026-08-13T09:20:05.009" v="726" actId="1076"/>
          <ac:picMkLst>
            <pc:docMk/>
            <pc:sldMk cId="285038911" sldId="256"/>
            <ac:picMk id="11" creationId="{8DD94901-A907-3D34-37EC-B7FC8F1C5A1E}"/>
          </ac:picMkLst>
        </pc:picChg>
        <pc:picChg chg="add del">
          <ac:chgData name="Dona Ramona Arama" userId="e4aa02c9-e2fd-4efb-a2a7-d99c0fef86fe" providerId="ADAL" clId="{E82F1A68-28C2-47A9-8A79-3A51CEB21C87}" dt="2026-08-13T09:47:16.840" v="1013" actId="478"/>
          <ac:picMkLst>
            <pc:docMk/>
            <pc:sldMk cId="285038911" sldId="256"/>
            <ac:picMk id="14" creationId="{EE3B0AF8-5D0B-7E29-50C5-848A7C478E06}"/>
          </ac:picMkLst>
        </pc:picChg>
        <pc:picChg chg="add mod">
          <ac:chgData name="Dona Ramona Arama" userId="e4aa02c9-e2fd-4efb-a2a7-d99c0fef86fe" providerId="ADAL" clId="{E82F1A68-28C2-47A9-8A79-3A51CEB21C87}" dt="2026-08-13T09:58:10.606" v="1034" actId="1076"/>
          <ac:picMkLst>
            <pc:docMk/>
            <pc:sldMk cId="285038911" sldId="256"/>
            <ac:picMk id="16" creationId="{1A7DDD7C-BFCD-7198-4AB4-40D157DFCA27}"/>
          </ac:picMkLst>
        </pc:picChg>
        <pc:picChg chg="add del mod">
          <ac:chgData name="Dona Ramona Arama" userId="e4aa02c9-e2fd-4efb-a2a7-d99c0fef86fe" providerId="ADAL" clId="{E82F1A68-28C2-47A9-8A79-3A51CEB21C87}" dt="2026-08-13T10:04:42.499" v="1090" actId="21"/>
          <ac:picMkLst>
            <pc:docMk/>
            <pc:sldMk cId="285038911" sldId="256"/>
            <ac:picMk id="18" creationId="{1EC2FF12-7D81-BCEC-D5E2-7D6852D1F627}"/>
          </ac:picMkLst>
        </pc:picChg>
        <pc:picChg chg="add del mod">
          <ac:chgData name="Dona Ramona Arama" userId="e4aa02c9-e2fd-4efb-a2a7-d99c0fef86fe" providerId="ADAL" clId="{E82F1A68-28C2-47A9-8A79-3A51CEB21C87}" dt="2026-08-13T10:04:03.067" v="1084" actId="21"/>
          <ac:picMkLst>
            <pc:docMk/>
            <pc:sldMk cId="285038911" sldId="256"/>
            <ac:picMk id="20" creationId="{6775C8A9-AB0D-4199-D11D-0E64DB6FB780}"/>
          </ac:picMkLst>
        </pc:picChg>
        <pc:picChg chg="add mod">
          <ac:chgData name="Dona Ramona Arama" userId="e4aa02c9-e2fd-4efb-a2a7-d99c0fef86fe" providerId="ADAL" clId="{E82F1A68-28C2-47A9-8A79-3A51CEB21C87}" dt="2026-08-13T09:59:38.490" v="1062" actId="1076"/>
          <ac:picMkLst>
            <pc:docMk/>
            <pc:sldMk cId="285038911" sldId="256"/>
            <ac:picMk id="22" creationId="{91770BFA-7AE0-D950-6A7A-9A53D6E48DD8}"/>
          </ac:picMkLst>
        </pc:picChg>
        <pc:picChg chg="add del mod">
          <ac:chgData name="Dona Ramona Arama" userId="e4aa02c9-e2fd-4efb-a2a7-d99c0fef86fe" providerId="ADAL" clId="{E82F1A68-28C2-47A9-8A79-3A51CEB21C87}" dt="2026-08-13T10:03:17.784" v="1077" actId="21"/>
          <ac:picMkLst>
            <pc:docMk/>
            <pc:sldMk cId="285038911" sldId="256"/>
            <ac:picMk id="24" creationId="{03A9B713-8BDF-9F4D-48E4-37FB940B6515}"/>
          </ac:picMkLst>
        </pc:picChg>
        <pc:picChg chg="add mod">
          <ac:chgData name="Dona Ramona Arama" userId="e4aa02c9-e2fd-4efb-a2a7-d99c0fef86fe" providerId="ADAL" clId="{E82F1A68-28C2-47A9-8A79-3A51CEB21C87}" dt="2026-08-13T09:59:20.266" v="1056" actId="1076"/>
          <ac:picMkLst>
            <pc:docMk/>
            <pc:sldMk cId="285038911" sldId="256"/>
            <ac:picMk id="26" creationId="{651B59C0-16E6-76B0-4D22-D03042C389BB}"/>
          </ac:picMkLst>
        </pc:picChg>
        <pc:picChg chg="add mod">
          <ac:chgData name="Dona Ramona Arama" userId="e4aa02c9-e2fd-4efb-a2a7-d99c0fef86fe" providerId="ADAL" clId="{E82F1A68-28C2-47A9-8A79-3A51CEB21C87}" dt="2026-08-13T09:59:32.142" v="1060" actId="1076"/>
          <ac:picMkLst>
            <pc:docMk/>
            <pc:sldMk cId="285038911" sldId="256"/>
            <ac:picMk id="28" creationId="{BA6A77EC-5ACA-38B0-29BE-96B65ACECF22}"/>
          </ac:picMkLst>
        </pc:picChg>
      </pc:sldChg>
      <pc:sldChg chg="delSp modSp add mod ord">
        <pc:chgData name="Dona Ramona Arama" userId="e4aa02c9-e2fd-4efb-a2a7-d99c0fef86fe" providerId="ADAL" clId="{E82F1A68-28C2-47A9-8A79-3A51CEB21C87}" dt="2026-08-13T11:07:07.440" v="1158" actId="1037"/>
        <pc:sldMkLst>
          <pc:docMk/>
          <pc:sldMk cId="764309822" sldId="256"/>
        </pc:sldMkLst>
        <pc:picChg chg="mod">
          <ac:chgData name="Dona Ramona Arama" userId="e4aa02c9-e2fd-4efb-a2a7-d99c0fef86fe" providerId="ADAL" clId="{E82F1A68-28C2-47A9-8A79-3A51CEB21C87}" dt="2026-08-13T11:07:07.440" v="1158" actId="1037"/>
          <ac:picMkLst>
            <pc:docMk/>
            <pc:sldMk cId="764309822" sldId="256"/>
            <ac:picMk id="11" creationId="{68E754D2-1469-20D3-15AC-1501EE35E922}"/>
          </ac:picMkLst>
        </pc:picChg>
        <pc:picChg chg="del">
          <ac:chgData name="Dona Ramona Arama" userId="e4aa02c9-e2fd-4efb-a2a7-d99c0fef86fe" providerId="ADAL" clId="{E82F1A68-28C2-47A9-8A79-3A51CEB21C87}" dt="2026-08-13T10:06:20.657" v="1127" actId="478"/>
          <ac:picMkLst>
            <pc:docMk/>
            <pc:sldMk cId="764309822" sldId="256"/>
            <ac:picMk id="16" creationId="{C84C2378-E9C6-DA86-9BD9-8E51F8053675}"/>
          </ac:picMkLst>
        </pc:picChg>
        <pc:picChg chg="del">
          <ac:chgData name="Dona Ramona Arama" userId="e4aa02c9-e2fd-4efb-a2a7-d99c0fef86fe" providerId="ADAL" clId="{E82F1A68-28C2-47A9-8A79-3A51CEB21C87}" dt="2026-08-13T10:07:24.538" v="1139" actId="21"/>
          <ac:picMkLst>
            <pc:docMk/>
            <pc:sldMk cId="764309822" sldId="256"/>
            <ac:picMk id="22" creationId="{A59006A3-15BD-B830-2F1C-B227298580CA}"/>
          </ac:picMkLst>
        </pc:picChg>
        <pc:picChg chg="del">
          <ac:chgData name="Dona Ramona Arama" userId="e4aa02c9-e2fd-4efb-a2a7-d99c0fef86fe" providerId="ADAL" clId="{E82F1A68-28C2-47A9-8A79-3A51CEB21C87}" dt="2026-08-13T10:06:22.408" v="1128" actId="478"/>
          <ac:picMkLst>
            <pc:docMk/>
            <pc:sldMk cId="764309822" sldId="256"/>
            <ac:picMk id="26" creationId="{CB834F21-4555-FFDF-7384-D1802A1854A5}"/>
          </ac:picMkLst>
        </pc:picChg>
        <pc:picChg chg="del">
          <ac:chgData name="Dona Ramona Arama" userId="e4aa02c9-e2fd-4efb-a2a7-d99c0fef86fe" providerId="ADAL" clId="{E82F1A68-28C2-47A9-8A79-3A51CEB21C87}" dt="2026-08-13T10:06:18.241" v="1126" actId="21"/>
          <ac:picMkLst>
            <pc:docMk/>
            <pc:sldMk cId="764309822" sldId="256"/>
            <ac:picMk id="28" creationId="{D432C9D8-4879-B307-E415-2CFA39E98B5F}"/>
          </ac:picMkLst>
        </pc:picChg>
      </pc:sldChg>
      <pc:sldChg chg="add del">
        <pc:chgData name="Dona Ramona Arama" userId="e4aa02c9-e2fd-4efb-a2a7-d99c0fef86fe" providerId="ADAL" clId="{E82F1A68-28C2-47A9-8A79-3A51CEB21C87}" dt="2026-08-13T10:06:10.109" v="1122"/>
        <pc:sldMkLst>
          <pc:docMk/>
          <pc:sldMk cId="3995718786" sldId="256"/>
        </pc:sldMkLst>
      </pc:sldChg>
      <pc:sldChg chg="addSp delSp modSp mod">
        <pc:chgData name="Dona Ramona Arama" userId="e4aa02c9-e2fd-4efb-a2a7-d99c0fef86fe" providerId="ADAL" clId="{E82F1A68-28C2-47A9-8A79-3A51CEB21C87}" dt="2026-08-13T10:07:38.134" v="1142" actId="21"/>
        <pc:sldMkLst>
          <pc:docMk/>
          <pc:sldMk cId="564980048" sldId="257"/>
        </pc:sldMkLst>
        <pc:spChg chg="mod">
          <ac:chgData name="Dona Ramona Arama" userId="e4aa02c9-e2fd-4efb-a2a7-d99c0fef86fe" providerId="ADAL" clId="{E82F1A68-28C2-47A9-8A79-3A51CEB21C87}" dt="2026-08-13T09:25:16.699" v="766" actId="207"/>
          <ac:spMkLst>
            <pc:docMk/>
            <pc:sldMk cId="564980048" sldId="257"/>
            <ac:spMk id="2" creationId="{60C31F4E-7A04-0392-35F3-BC0B9644E307}"/>
          </ac:spMkLst>
        </pc:spChg>
        <pc:spChg chg="mod">
          <ac:chgData name="Dona Ramona Arama" userId="e4aa02c9-e2fd-4efb-a2a7-d99c0fef86fe" providerId="ADAL" clId="{E82F1A68-28C2-47A9-8A79-3A51CEB21C87}" dt="2026-08-13T09:25:37.746" v="768" actId="207"/>
          <ac:spMkLst>
            <pc:docMk/>
            <pc:sldMk cId="564980048" sldId="257"/>
            <ac:spMk id="3" creationId="{8599B4E2-2EE4-D76D-7578-F3089BAF2396}"/>
          </ac:spMkLst>
        </pc:spChg>
        <pc:spChg chg="mod">
          <ac:chgData name="Dona Ramona Arama" userId="e4aa02c9-e2fd-4efb-a2a7-d99c0fef86fe" providerId="ADAL" clId="{E82F1A68-28C2-47A9-8A79-3A51CEB21C87}" dt="2026-08-13T09:25:51.442" v="771" actId="207"/>
          <ac:spMkLst>
            <pc:docMk/>
            <pc:sldMk cId="564980048" sldId="257"/>
            <ac:spMk id="5" creationId="{18462BE8-857A-2496-8F36-B6BA61847418}"/>
          </ac:spMkLst>
        </pc:spChg>
        <pc:spChg chg="mod">
          <ac:chgData name="Dona Ramona Arama" userId="e4aa02c9-e2fd-4efb-a2a7-d99c0fef86fe" providerId="ADAL" clId="{E82F1A68-28C2-47A9-8A79-3A51CEB21C87}" dt="2026-08-13T09:43:05.818" v="946" actId="207"/>
          <ac:spMkLst>
            <pc:docMk/>
            <pc:sldMk cId="564980048" sldId="257"/>
            <ac:spMk id="6" creationId="{E3C7E927-8FB7-6EE8-6223-20BE8FD285E4}"/>
          </ac:spMkLst>
        </pc:spChg>
        <pc:spChg chg="del">
          <ac:chgData name="Dona Ramona Arama" userId="e4aa02c9-e2fd-4efb-a2a7-d99c0fef86fe" providerId="ADAL" clId="{E82F1A68-28C2-47A9-8A79-3A51CEB21C87}" dt="2026-08-13T09:23:12.232" v="761" actId="478"/>
          <ac:spMkLst>
            <pc:docMk/>
            <pc:sldMk cId="564980048" sldId="257"/>
            <ac:spMk id="7" creationId="{3F705A4B-6A74-2DD5-3CBE-C63DD67BFD16}"/>
          </ac:spMkLst>
        </pc:spChg>
        <pc:spChg chg="mod">
          <ac:chgData name="Dona Ramona Arama" userId="e4aa02c9-e2fd-4efb-a2a7-d99c0fef86fe" providerId="ADAL" clId="{E82F1A68-28C2-47A9-8A79-3A51CEB21C87}" dt="2026-08-13T09:27:55.037" v="783" actId="207"/>
          <ac:spMkLst>
            <pc:docMk/>
            <pc:sldMk cId="564980048" sldId="257"/>
            <ac:spMk id="8" creationId="{DAED9AE8-A510-D1F1-170A-E87B3036DE6D}"/>
          </ac:spMkLst>
        </pc:spChg>
        <pc:spChg chg="mod">
          <ac:chgData name="Dona Ramona Arama" userId="e4aa02c9-e2fd-4efb-a2a7-d99c0fef86fe" providerId="ADAL" clId="{E82F1A68-28C2-47A9-8A79-3A51CEB21C87}" dt="2026-08-13T09:27:28.912" v="780" actId="207"/>
          <ac:spMkLst>
            <pc:docMk/>
            <pc:sldMk cId="564980048" sldId="257"/>
            <ac:spMk id="9" creationId="{066CDC11-868D-50FD-C739-1EACAEEE9415}"/>
          </ac:spMkLst>
        </pc:spChg>
        <pc:spChg chg="mod">
          <ac:chgData name="Dona Ramona Arama" userId="e4aa02c9-e2fd-4efb-a2a7-d99c0fef86fe" providerId="ADAL" clId="{E82F1A68-28C2-47A9-8A79-3A51CEB21C87}" dt="2026-08-13T09:43:10.800" v="947" actId="207"/>
          <ac:spMkLst>
            <pc:docMk/>
            <pc:sldMk cId="564980048" sldId="257"/>
            <ac:spMk id="10" creationId="{742F890D-E393-AA1C-988D-EEB619D2D4DE}"/>
          </ac:spMkLst>
        </pc:spChg>
        <pc:spChg chg="del">
          <ac:chgData name="Dona Ramona Arama" userId="e4aa02c9-e2fd-4efb-a2a7-d99c0fef86fe" providerId="ADAL" clId="{E82F1A68-28C2-47A9-8A79-3A51CEB21C87}" dt="2026-08-13T09:23:06.888" v="759" actId="478"/>
          <ac:spMkLst>
            <pc:docMk/>
            <pc:sldMk cId="564980048" sldId="257"/>
            <ac:spMk id="11" creationId="{0FBBB994-9072-20A0-3E3F-DD7DC7112D76}"/>
          </ac:spMkLst>
        </pc:spChg>
        <pc:spChg chg="mod">
          <ac:chgData name="Dona Ramona Arama" userId="e4aa02c9-e2fd-4efb-a2a7-d99c0fef86fe" providerId="ADAL" clId="{E82F1A68-28C2-47A9-8A79-3A51CEB21C87}" dt="2026-08-13T09:26:55.936" v="779" actId="207"/>
          <ac:spMkLst>
            <pc:docMk/>
            <pc:sldMk cId="564980048" sldId="257"/>
            <ac:spMk id="12" creationId="{9E083B1D-599C-3372-00D9-03A9D183F930}"/>
          </ac:spMkLst>
        </pc:spChg>
        <pc:spChg chg="mod">
          <ac:chgData name="Dona Ramona Arama" userId="e4aa02c9-e2fd-4efb-a2a7-d99c0fef86fe" providerId="ADAL" clId="{E82F1A68-28C2-47A9-8A79-3A51CEB21C87}" dt="2026-08-13T09:28:03.923" v="784" actId="207"/>
          <ac:spMkLst>
            <pc:docMk/>
            <pc:sldMk cId="564980048" sldId="257"/>
            <ac:spMk id="13" creationId="{6518BF13-4264-754E-A593-B38CE139E9FF}"/>
          </ac:spMkLst>
        </pc:spChg>
        <pc:spChg chg="mod">
          <ac:chgData name="Dona Ramona Arama" userId="e4aa02c9-e2fd-4efb-a2a7-d99c0fef86fe" providerId="ADAL" clId="{E82F1A68-28C2-47A9-8A79-3A51CEB21C87}" dt="2026-08-13T09:43:17.126" v="948" actId="207"/>
          <ac:spMkLst>
            <pc:docMk/>
            <pc:sldMk cId="564980048" sldId="257"/>
            <ac:spMk id="14" creationId="{63EBCCB1-BBDA-9ABE-5762-F2807994C0C1}"/>
          </ac:spMkLst>
        </pc:spChg>
        <pc:spChg chg="del">
          <ac:chgData name="Dona Ramona Arama" userId="e4aa02c9-e2fd-4efb-a2a7-d99c0fef86fe" providerId="ADAL" clId="{E82F1A68-28C2-47A9-8A79-3A51CEB21C87}" dt="2026-08-13T09:23:09.788" v="760" actId="478"/>
          <ac:spMkLst>
            <pc:docMk/>
            <pc:sldMk cId="564980048" sldId="257"/>
            <ac:spMk id="15" creationId="{BD7F6FAE-42F9-B520-2237-2645012B409E}"/>
          </ac:spMkLst>
        </pc:spChg>
        <pc:spChg chg="mod">
          <ac:chgData name="Dona Ramona Arama" userId="e4aa02c9-e2fd-4efb-a2a7-d99c0fef86fe" providerId="ADAL" clId="{E82F1A68-28C2-47A9-8A79-3A51CEB21C87}" dt="2026-08-13T09:26:49.076" v="778" actId="207"/>
          <ac:spMkLst>
            <pc:docMk/>
            <pc:sldMk cId="564980048" sldId="257"/>
            <ac:spMk id="16" creationId="{8B034F6A-1191-2064-8C48-A895974C2F81}"/>
          </ac:spMkLst>
        </pc:spChg>
        <pc:spChg chg="mod">
          <ac:chgData name="Dona Ramona Arama" userId="e4aa02c9-e2fd-4efb-a2a7-d99c0fef86fe" providerId="ADAL" clId="{E82F1A68-28C2-47A9-8A79-3A51CEB21C87}" dt="2026-08-13T09:28:08.204" v="785" actId="207"/>
          <ac:spMkLst>
            <pc:docMk/>
            <pc:sldMk cId="564980048" sldId="257"/>
            <ac:spMk id="17" creationId="{45CDE92C-D9EB-72AD-7D38-A2235CD0A559}"/>
          </ac:spMkLst>
        </pc:spChg>
        <pc:picChg chg="add del">
          <ac:chgData name="Dona Ramona Arama" userId="e4aa02c9-e2fd-4efb-a2a7-d99c0fef86fe" providerId="ADAL" clId="{E82F1A68-28C2-47A9-8A79-3A51CEB21C87}" dt="2026-08-13T09:47:50.891" v="1016" actId="22"/>
          <ac:picMkLst>
            <pc:docMk/>
            <pc:sldMk cId="564980048" sldId="257"/>
            <ac:picMk id="18" creationId="{8979DB62-014F-3B2F-B5B9-1785FDDDB896}"/>
          </ac:picMkLst>
        </pc:picChg>
        <pc:picChg chg="add del">
          <ac:chgData name="Dona Ramona Arama" userId="e4aa02c9-e2fd-4efb-a2a7-d99c0fef86fe" providerId="ADAL" clId="{E82F1A68-28C2-47A9-8A79-3A51CEB21C87}" dt="2026-08-13T09:47:54.519" v="1019" actId="478"/>
          <ac:picMkLst>
            <pc:docMk/>
            <pc:sldMk cId="564980048" sldId="257"/>
            <ac:picMk id="19" creationId="{B91EC773-B3BF-59A4-20EF-0677EF4600E4}"/>
          </ac:picMkLst>
        </pc:picChg>
        <pc:picChg chg="add del mod">
          <ac:chgData name="Dona Ramona Arama" userId="e4aa02c9-e2fd-4efb-a2a7-d99c0fef86fe" providerId="ADAL" clId="{E82F1A68-28C2-47A9-8A79-3A51CEB21C87}" dt="2026-08-13T09:59:50.156" v="1064" actId="21"/>
          <ac:picMkLst>
            <pc:docMk/>
            <pc:sldMk cId="564980048" sldId="257"/>
            <ac:picMk id="21" creationId="{CEB77467-F5BA-3C00-99E0-5979AA80D3B7}"/>
          </ac:picMkLst>
        </pc:picChg>
        <pc:picChg chg="add mod">
          <ac:chgData name="Dona Ramona Arama" userId="e4aa02c9-e2fd-4efb-a2a7-d99c0fef86fe" providerId="ADAL" clId="{E82F1A68-28C2-47A9-8A79-3A51CEB21C87}" dt="2026-08-13T10:01:57.666" v="1076" actId="1076"/>
          <ac:picMkLst>
            <pc:docMk/>
            <pc:sldMk cId="564980048" sldId="257"/>
            <ac:picMk id="23" creationId="{167991D2-A302-EAF0-115D-D7D9DD16AD1E}"/>
          </ac:picMkLst>
        </pc:picChg>
        <pc:picChg chg="add del mod">
          <ac:chgData name="Dona Ramona Arama" userId="e4aa02c9-e2fd-4efb-a2a7-d99c0fef86fe" providerId="ADAL" clId="{E82F1A68-28C2-47A9-8A79-3A51CEB21C87}" dt="2026-08-13T10:07:38.134" v="1142" actId="21"/>
          <ac:picMkLst>
            <pc:docMk/>
            <pc:sldMk cId="564980048" sldId="257"/>
            <ac:picMk id="25" creationId="{5026565E-33DB-D6EB-1BEF-4E8A92390268}"/>
          </ac:picMkLst>
        </pc:picChg>
      </pc:sldChg>
      <pc:sldChg chg="addSp delSp modSp mod">
        <pc:chgData name="Dona Ramona Arama" userId="e4aa02c9-e2fd-4efb-a2a7-d99c0fef86fe" providerId="ADAL" clId="{E82F1A68-28C2-47A9-8A79-3A51CEB21C87}" dt="2026-08-13T10:01:43.633" v="1075" actId="1076"/>
        <pc:sldMkLst>
          <pc:docMk/>
          <pc:sldMk cId="3728843046" sldId="258"/>
        </pc:sldMkLst>
        <pc:spChg chg="mod">
          <ac:chgData name="Dona Ramona Arama" userId="e4aa02c9-e2fd-4efb-a2a7-d99c0fef86fe" providerId="ADAL" clId="{E82F1A68-28C2-47A9-8A79-3A51CEB21C87}" dt="2026-08-13T09:28:52.161" v="788" actId="207"/>
          <ac:spMkLst>
            <pc:docMk/>
            <pc:sldMk cId="3728843046" sldId="258"/>
            <ac:spMk id="2" creationId="{D7391B16-9ACA-ACB1-7E40-B59577E4CA98}"/>
          </ac:spMkLst>
        </pc:spChg>
        <pc:spChg chg="mod">
          <ac:chgData name="Dona Ramona Arama" userId="e4aa02c9-e2fd-4efb-a2a7-d99c0fef86fe" providerId="ADAL" clId="{E82F1A68-28C2-47A9-8A79-3A51CEB21C87}" dt="2026-08-13T09:30:26.560" v="814" actId="207"/>
          <ac:spMkLst>
            <pc:docMk/>
            <pc:sldMk cId="3728843046" sldId="258"/>
            <ac:spMk id="3" creationId="{4DE90042-CDBD-94D9-DA92-C8928709B996}"/>
          </ac:spMkLst>
        </pc:spChg>
        <pc:spChg chg="mod">
          <ac:chgData name="Dona Ramona Arama" userId="e4aa02c9-e2fd-4efb-a2a7-d99c0fef86fe" providerId="ADAL" clId="{E82F1A68-28C2-47A9-8A79-3A51CEB21C87}" dt="2026-08-13T09:31:41.752" v="825" actId="20577"/>
          <ac:spMkLst>
            <pc:docMk/>
            <pc:sldMk cId="3728843046" sldId="258"/>
            <ac:spMk id="5" creationId="{D531AD1B-CD75-6201-E777-4FA621D8F79D}"/>
          </ac:spMkLst>
        </pc:spChg>
        <pc:spChg chg="mod">
          <ac:chgData name="Dona Ramona Arama" userId="e4aa02c9-e2fd-4efb-a2a7-d99c0fef86fe" providerId="ADAL" clId="{E82F1A68-28C2-47A9-8A79-3A51CEB21C87}" dt="2026-08-13T09:42:43.926" v="943" actId="207"/>
          <ac:spMkLst>
            <pc:docMk/>
            <pc:sldMk cId="3728843046" sldId="258"/>
            <ac:spMk id="6" creationId="{FEBBD321-633C-A391-11B1-44C39ACDF901}"/>
          </ac:spMkLst>
        </pc:spChg>
        <pc:spChg chg="del">
          <ac:chgData name="Dona Ramona Arama" userId="e4aa02c9-e2fd-4efb-a2a7-d99c0fef86fe" providerId="ADAL" clId="{E82F1A68-28C2-47A9-8A79-3A51CEB21C87}" dt="2026-08-13T09:29:37.234" v="796" actId="478"/>
          <ac:spMkLst>
            <pc:docMk/>
            <pc:sldMk cId="3728843046" sldId="258"/>
            <ac:spMk id="7" creationId="{E1A293D6-31D1-AC9F-3FB9-8DAB5C573BF5}"/>
          </ac:spMkLst>
        </pc:spChg>
        <pc:spChg chg="mod">
          <ac:chgData name="Dona Ramona Arama" userId="e4aa02c9-e2fd-4efb-a2a7-d99c0fef86fe" providerId="ADAL" clId="{E82F1A68-28C2-47A9-8A79-3A51CEB21C87}" dt="2026-08-13T09:42:50.099" v="944" actId="207"/>
          <ac:spMkLst>
            <pc:docMk/>
            <pc:sldMk cId="3728843046" sldId="258"/>
            <ac:spMk id="8" creationId="{FEE1B090-C596-AC85-2ABF-D661DFAD1549}"/>
          </ac:spMkLst>
        </pc:spChg>
        <pc:spChg chg="mod">
          <ac:chgData name="Dona Ramona Arama" userId="e4aa02c9-e2fd-4efb-a2a7-d99c0fef86fe" providerId="ADAL" clId="{E82F1A68-28C2-47A9-8A79-3A51CEB21C87}" dt="2026-08-13T09:34:09.983" v="868" actId="207"/>
          <ac:spMkLst>
            <pc:docMk/>
            <pc:sldMk cId="3728843046" sldId="258"/>
            <ac:spMk id="9" creationId="{466F65B2-6208-E90B-9C07-05CA6646720C}"/>
          </ac:spMkLst>
        </pc:spChg>
        <pc:spChg chg="mod">
          <ac:chgData name="Dona Ramona Arama" userId="e4aa02c9-e2fd-4efb-a2a7-d99c0fef86fe" providerId="ADAL" clId="{E82F1A68-28C2-47A9-8A79-3A51CEB21C87}" dt="2026-08-13T09:42:56.170" v="945" actId="207"/>
          <ac:spMkLst>
            <pc:docMk/>
            <pc:sldMk cId="3728843046" sldId="258"/>
            <ac:spMk id="10" creationId="{1890F29E-377E-CAD7-DE1D-B30F49ABDF04}"/>
          </ac:spMkLst>
        </pc:spChg>
        <pc:spChg chg="del">
          <ac:chgData name="Dona Ramona Arama" userId="e4aa02c9-e2fd-4efb-a2a7-d99c0fef86fe" providerId="ADAL" clId="{E82F1A68-28C2-47A9-8A79-3A51CEB21C87}" dt="2026-08-13T09:29:39.723" v="797" actId="478"/>
          <ac:spMkLst>
            <pc:docMk/>
            <pc:sldMk cId="3728843046" sldId="258"/>
            <ac:spMk id="11" creationId="{19E5C7CA-6948-9F81-02EB-E01A028CD0DB}"/>
          </ac:spMkLst>
        </pc:spChg>
        <pc:spChg chg="mod">
          <ac:chgData name="Dona Ramona Arama" userId="e4aa02c9-e2fd-4efb-a2a7-d99c0fef86fe" providerId="ADAL" clId="{E82F1A68-28C2-47A9-8A79-3A51CEB21C87}" dt="2026-08-13T09:34:36.379" v="871" actId="207"/>
          <ac:spMkLst>
            <pc:docMk/>
            <pc:sldMk cId="3728843046" sldId="258"/>
            <ac:spMk id="12" creationId="{C7187CC5-65A3-B594-CC0A-B7BCCD04FBBF}"/>
          </ac:spMkLst>
        </pc:spChg>
        <pc:spChg chg="mod">
          <ac:chgData name="Dona Ramona Arama" userId="e4aa02c9-e2fd-4efb-a2a7-d99c0fef86fe" providerId="ADAL" clId="{E82F1A68-28C2-47A9-8A79-3A51CEB21C87}" dt="2026-08-13T09:34:41.623" v="872" actId="207"/>
          <ac:spMkLst>
            <pc:docMk/>
            <pc:sldMk cId="3728843046" sldId="258"/>
            <ac:spMk id="13" creationId="{A160E87C-7EBE-564D-B230-002144186509}"/>
          </ac:spMkLst>
        </pc:spChg>
        <pc:picChg chg="add mod">
          <ac:chgData name="Dona Ramona Arama" userId="e4aa02c9-e2fd-4efb-a2a7-d99c0fef86fe" providerId="ADAL" clId="{E82F1A68-28C2-47A9-8A79-3A51CEB21C87}" dt="2026-08-13T10:01:26.422" v="1071" actId="1076"/>
          <ac:picMkLst>
            <pc:docMk/>
            <pc:sldMk cId="3728843046" sldId="258"/>
            <ac:picMk id="15" creationId="{550BD615-7CF6-BDEE-5651-E8EA32F650ED}"/>
          </ac:picMkLst>
        </pc:picChg>
        <pc:picChg chg="add mod">
          <ac:chgData name="Dona Ramona Arama" userId="e4aa02c9-e2fd-4efb-a2a7-d99c0fef86fe" providerId="ADAL" clId="{E82F1A68-28C2-47A9-8A79-3A51CEB21C87}" dt="2026-08-13T10:01:43.633" v="1075" actId="1076"/>
          <ac:picMkLst>
            <pc:docMk/>
            <pc:sldMk cId="3728843046" sldId="258"/>
            <ac:picMk id="17" creationId="{889043FB-4036-D9CC-5BDF-359195B6C6DF}"/>
          </ac:picMkLst>
        </pc:picChg>
      </pc:sldChg>
      <pc:sldChg chg="addSp delSp modSp mod">
        <pc:chgData name="Dona Ramona Arama" userId="e4aa02c9-e2fd-4efb-a2a7-d99c0fef86fe" providerId="ADAL" clId="{E82F1A68-28C2-47A9-8A79-3A51CEB21C87}" dt="2026-08-13T09:42:26.584" v="941" actId="20577"/>
        <pc:sldMkLst>
          <pc:docMk/>
          <pc:sldMk cId="1365859838" sldId="259"/>
        </pc:sldMkLst>
        <pc:spChg chg="del">
          <ac:chgData name="Dona Ramona Arama" userId="e4aa02c9-e2fd-4efb-a2a7-d99c0fef86fe" providerId="ADAL" clId="{E82F1A68-28C2-47A9-8A79-3A51CEB21C87}" dt="2026-08-13T09:29:20.098" v="789" actId="478"/>
          <ac:spMkLst>
            <pc:docMk/>
            <pc:sldMk cId="1365859838" sldId="259"/>
            <ac:spMk id="2" creationId="{6A134149-86B0-239F-5CCF-55326489F132}"/>
          </ac:spMkLst>
        </pc:spChg>
        <pc:spChg chg="mod">
          <ac:chgData name="Dona Ramona Arama" userId="e4aa02c9-e2fd-4efb-a2a7-d99c0fef86fe" providerId="ADAL" clId="{E82F1A68-28C2-47A9-8A79-3A51CEB21C87}" dt="2026-08-13T09:30:32.304" v="815" actId="207"/>
          <ac:spMkLst>
            <pc:docMk/>
            <pc:sldMk cId="1365859838" sldId="259"/>
            <ac:spMk id="3" creationId="{E57E10E3-BF34-7D20-BE38-C91621244A65}"/>
          </ac:spMkLst>
        </pc:spChg>
        <pc:spChg chg="mod">
          <ac:chgData name="Dona Ramona Arama" userId="e4aa02c9-e2fd-4efb-a2a7-d99c0fef86fe" providerId="ADAL" clId="{E82F1A68-28C2-47A9-8A79-3A51CEB21C87}" dt="2026-08-13T09:31:36.613" v="824" actId="20577"/>
          <ac:spMkLst>
            <pc:docMk/>
            <pc:sldMk cId="1365859838" sldId="259"/>
            <ac:spMk id="5" creationId="{4C12D30E-4145-4FDA-8A36-B184D3C741CA}"/>
          </ac:spMkLst>
        </pc:spChg>
        <pc:spChg chg="mod">
          <ac:chgData name="Dona Ramona Arama" userId="e4aa02c9-e2fd-4efb-a2a7-d99c0fef86fe" providerId="ADAL" clId="{E82F1A68-28C2-47A9-8A79-3A51CEB21C87}" dt="2026-08-13T09:41:23.564" v="931" actId="207"/>
          <ac:spMkLst>
            <pc:docMk/>
            <pc:sldMk cId="1365859838" sldId="259"/>
            <ac:spMk id="6" creationId="{27D48766-EAFC-0C91-FEAC-0BEDD1002775}"/>
          </ac:spMkLst>
        </pc:spChg>
        <pc:spChg chg="del">
          <ac:chgData name="Dona Ramona Arama" userId="e4aa02c9-e2fd-4efb-a2a7-d99c0fef86fe" providerId="ADAL" clId="{E82F1A68-28C2-47A9-8A79-3A51CEB21C87}" dt="2026-08-13T09:36:03.627" v="875" actId="478"/>
          <ac:spMkLst>
            <pc:docMk/>
            <pc:sldMk cId="1365859838" sldId="259"/>
            <ac:spMk id="7" creationId="{45EC855F-ED12-24FE-4EB9-65FD25C7DCC9}"/>
          </ac:spMkLst>
        </pc:spChg>
        <pc:spChg chg="mod">
          <ac:chgData name="Dona Ramona Arama" userId="e4aa02c9-e2fd-4efb-a2a7-d99c0fef86fe" providerId="ADAL" clId="{E82F1A68-28C2-47A9-8A79-3A51CEB21C87}" dt="2026-08-13T09:34:47.601" v="873" actId="207"/>
          <ac:spMkLst>
            <pc:docMk/>
            <pc:sldMk cId="1365859838" sldId="259"/>
            <ac:spMk id="8" creationId="{BC9BDC99-0A54-7A64-3F41-5FB0FBDC0041}"/>
          </ac:spMkLst>
        </pc:spChg>
        <pc:spChg chg="mod">
          <ac:chgData name="Dona Ramona Arama" userId="e4aa02c9-e2fd-4efb-a2a7-d99c0fef86fe" providerId="ADAL" clId="{E82F1A68-28C2-47A9-8A79-3A51CEB21C87}" dt="2026-08-13T09:42:26.584" v="941" actId="20577"/>
          <ac:spMkLst>
            <pc:docMk/>
            <pc:sldMk cId="1365859838" sldId="259"/>
            <ac:spMk id="9" creationId="{DE83F26E-F290-0A34-6822-36BFBD9010C1}"/>
          </ac:spMkLst>
        </pc:spChg>
        <pc:spChg chg="mod">
          <ac:chgData name="Dona Ramona Arama" userId="e4aa02c9-e2fd-4efb-a2a7-d99c0fef86fe" providerId="ADAL" clId="{E82F1A68-28C2-47A9-8A79-3A51CEB21C87}" dt="2026-08-13T09:42:06.517" v="932" actId="207"/>
          <ac:spMkLst>
            <pc:docMk/>
            <pc:sldMk cId="1365859838" sldId="259"/>
            <ac:spMk id="10" creationId="{60EBF119-793E-B688-D414-0AC51A5947B6}"/>
          </ac:spMkLst>
        </pc:spChg>
        <pc:spChg chg="del">
          <ac:chgData name="Dona Ramona Arama" userId="e4aa02c9-e2fd-4efb-a2a7-d99c0fef86fe" providerId="ADAL" clId="{E82F1A68-28C2-47A9-8A79-3A51CEB21C87}" dt="2026-08-13T09:36:06.032" v="876" actId="478"/>
          <ac:spMkLst>
            <pc:docMk/>
            <pc:sldMk cId="1365859838" sldId="259"/>
            <ac:spMk id="11" creationId="{79B09F4D-E7D6-97D0-FFB3-022763302416}"/>
          </ac:spMkLst>
        </pc:spChg>
        <pc:spChg chg="mod">
          <ac:chgData name="Dona Ramona Arama" userId="e4aa02c9-e2fd-4efb-a2a7-d99c0fef86fe" providerId="ADAL" clId="{E82F1A68-28C2-47A9-8A79-3A51CEB21C87}" dt="2026-08-13T09:36:11.607" v="878" actId="207"/>
          <ac:spMkLst>
            <pc:docMk/>
            <pc:sldMk cId="1365859838" sldId="259"/>
            <ac:spMk id="12" creationId="{BCA7D9C4-AE6B-0E17-2B4A-D7F70F426D02}"/>
          </ac:spMkLst>
        </pc:spChg>
        <pc:spChg chg="mod">
          <ac:chgData name="Dona Ramona Arama" userId="e4aa02c9-e2fd-4efb-a2a7-d99c0fef86fe" providerId="ADAL" clId="{E82F1A68-28C2-47A9-8A79-3A51CEB21C87}" dt="2026-08-13T09:42:22.868" v="939" actId="20577"/>
          <ac:spMkLst>
            <pc:docMk/>
            <pc:sldMk cId="1365859838" sldId="259"/>
            <ac:spMk id="13" creationId="{210E0403-A84B-D59E-744A-D0C99B8F96E2}"/>
          </ac:spMkLst>
        </pc:spChg>
        <pc:spChg chg="mod">
          <ac:chgData name="Dona Ramona Arama" userId="e4aa02c9-e2fd-4efb-a2a7-d99c0fef86fe" providerId="ADAL" clId="{E82F1A68-28C2-47A9-8A79-3A51CEB21C87}" dt="2026-08-13T09:42:11.204" v="933" actId="207"/>
          <ac:spMkLst>
            <pc:docMk/>
            <pc:sldMk cId="1365859838" sldId="259"/>
            <ac:spMk id="14" creationId="{1258359A-CDC2-4375-10F1-B2EF9139FB17}"/>
          </ac:spMkLst>
        </pc:spChg>
        <pc:spChg chg="del">
          <ac:chgData name="Dona Ramona Arama" userId="e4aa02c9-e2fd-4efb-a2a7-d99c0fef86fe" providerId="ADAL" clId="{E82F1A68-28C2-47A9-8A79-3A51CEB21C87}" dt="2026-08-13T09:36:07.750" v="877" actId="478"/>
          <ac:spMkLst>
            <pc:docMk/>
            <pc:sldMk cId="1365859838" sldId="259"/>
            <ac:spMk id="15" creationId="{BCA4FA6E-FECF-4B08-0517-B3496897EBED}"/>
          </ac:spMkLst>
        </pc:spChg>
        <pc:spChg chg="mod">
          <ac:chgData name="Dona Ramona Arama" userId="e4aa02c9-e2fd-4efb-a2a7-d99c0fef86fe" providerId="ADAL" clId="{E82F1A68-28C2-47A9-8A79-3A51CEB21C87}" dt="2026-08-13T09:36:32.028" v="882" actId="207"/>
          <ac:spMkLst>
            <pc:docMk/>
            <pc:sldMk cId="1365859838" sldId="259"/>
            <ac:spMk id="16" creationId="{FB183B80-CC1E-7580-62BA-09569CD4DF93}"/>
          </ac:spMkLst>
        </pc:spChg>
        <pc:spChg chg="mod">
          <ac:chgData name="Dona Ramona Arama" userId="e4aa02c9-e2fd-4efb-a2a7-d99c0fef86fe" providerId="ADAL" clId="{E82F1A68-28C2-47A9-8A79-3A51CEB21C87}" dt="2026-08-13T09:42:18.947" v="937" actId="20577"/>
          <ac:spMkLst>
            <pc:docMk/>
            <pc:sldMk cId="1365859838" sldId="259"/>
            <ac:spMk id="17" creationId="{8B0BC25B-C20E-E772-0532-B4D7CB4E8D10}"/>
          </ac:spMkLst>
        </pc:spChg>
        <pc:spChg chg="add">
          <ac:chgData name="Dona Ramona Arama" userId="e4aa02c9-e2fd-4efb-a2a7-d99c0fef86fe" providerId="ADAL" clId="{E82F1A68-28C2-47A9-8A79-3A51CEB21C87}" dt="2026-08-13T09:29:20.423" v="790" actId="22"/>
          <ac:spMkLst>
            <pc:docMk/>
            <pc:sldMk cId="1365859838" sldId="259"/>
            <ac:spMk id="19" creationId="{42A338E9-FB10-9469-EA47-1FC63F8034FD}"/>
          </ac:spMkLst>
        </pc:spChg>
      </pc:sldChg>
      <pc:sldChg chg="addSp delSp modSp mod">
        <pc:chgData name="Dona Ramona Arama" userId="e4aa02c9-e2fd-4efb-a2a7-d99c0fef86fe" providerId="ADAL" clId="{E82F1A68-28C2-47A9-8A79-3A51CEB21C87}" dt="2026-08-13T10:04:27.240" v="1089" actId="14100"/>
        <pc:sldMkLst>
          <pc:docMk/>
          <pc:sldMk cId="1813030897" sldId="260"/>
        </pc:sldMkLst>
        <pc:spChg chg="del">
          <ac:chgData name="Dona Ramona Arama" userId="e4aa02c9-e2fd-4efb-a2a7-d99c0fef86fe" providerId="ADAL" clId="{E82F1A68-28C2-47A9-8A79-3A51CEB21C87}" dt="2026-08-13T09:29:29.828" v="793" actId="478"/>
          <ac:spMkLst>
            <pc:docMk/>
            <pc:sldMk cId="1813030897" sldId="260"/>
            <ac:spMk id="2" creationId="{0B94D343-8D2E-3D7C-8548-DC39C4505961}"/>
          </ac:spMkLst>
        </pc:spChg>
        <pc:spChg chg="mod">
          <ac:chgData name="Dona Ramona Arama" userId="e4aa02c9-e2fd-4efb-a2a7-d99c0fef86fe" providerId="ADAL" clId="{E82F1A68-28C2-47A9-8A79-3A51CEB21C87}" dt="2026-08-13T09:30:53.881" v="818" actId="207"/>
          <ac:spMkLst>
            <pc:docMk/>
            <pc:sldMk cId="1813030897" sldId="260"/>
            <ac:spMk id="3" creationId="{7DC9A239-F6C0-813E-2A5D-5426DA50DABD}"/>
          </ac:spMkLst>
        </pc:spChg>
        <pc:spChg chg="del mod">
          <ac:chgData name="Dona Ramona Arama" userId="e4aa02c9-e2fd-4efb-a2a7-d99c0fef86fe" providerId="ADAL" clId="{E82F1A68-28C2-47A9-8A79-3A51CEB21C87}" dt="2026-08-13T08:59:43.247" v="255" actId="478"/>
          <ac:spMkLst>
            <pc:docMk/>
            <pc:sldMk cId="1813030897" sldId="260"/>
            <ac:spMk id="5" creationId="{02CC381C-EEE8-55F5-D33A-61485AF34C7F}"/>
          </ac:spMkLst>
        </pc:spChg>
        <pc:spChg chg="del">
          <ac:chgData name="Dona Ramona Arama" userId="e4aa02c9-e2fd-4efb-a2a7-d99c0fef86fe" providerId="ADAL" clId="{E82F1A68-28C2-47A9-8A79-3A51CEB21C87}" dt="2026-08-13T08:59:08.095" v="203" actId="21"/>
          <ac:spMkLst>
            <pc:docMk/>
            <pc:sldMk cId="1813030897" sldId="260"/>
            <ac:spMk id="6" creationId="{A1CA3EB0-0529-3A76-5B9C-0A98CEE8C14D}"/>
          </ac:spMkLst>
        </pc:spChg>
        <pc:spChg chg="del">
          <ac:chgData name="Dona Ramona Arama" userId="e4aa02c9-e2fd-4efb-a2a7-d99c0fef86fe" providerId="ADAL" clId="{E82F1A68-28C2-47A9-8A79-3A51CEB21C87}" dt="2026-08-13T08:59:08.095" v="203" actId="21"/>
          <ac:spMkLst>
            <pc:docMk/>
            <pc:sldMk cId="1813030897" sldId="260"/>
            <ac:spMk id="7" creationId="{16037B50-A23C-85FD-41D1-060A6E89A75D}"/>
          </ac:spMkLst>
        </pc:spChg>
        <pc:spChg chg="del">
          <ac:chgData name="Dona Ramona Arama" userId="e4aa02c9-e2fd-4efb-a2a7-d99c0fef86fe" providerId="ADAL" clId="{E82F1A68-28C2-47A9-8A79-3A51CEB21C87}" dt="2026-08-13T08:59:08.095" v="203" actId="21"/>
          <ac:spMkLst>
            <pc:docMk/>
            <pc:sldMk cId="1813030897" sldId="260"/>
            <ac:spMk id="8" creationId="{A17A98E8-0FD6-4A9D-9052-D6CA332E514B}"/>
          </ac:spMkLst>
        </pc:spChg>
        <pc:spChg chg="del">
          <ac:chgData name="Dona Ramona Arama" userId="e4aa02c9-e2fd-4efb-a2a7-d99c0fef86fe" providerId="ADAL" clId="{E82F1A68-28C2-47A9-8A79-3A51CEB21C87}" dt="2026-08-13T08:59:08.095" v="203" actId="21"/>
          <ac:spMkLst>
            <pc:docMk/>
            <pc:sldMk cId="1813030897" sldId="260"/>
            <ac:spMk id="9" creationId="{1BF22F6F-5C85-86AD-960C-DD1EA8A8237F}"/>
          </ac:spMkLst>
        </pc:spChg>
        <pc:spChg chg="mod">
          <ac:chgData name="Dona Ramona Arama" userId="e4aa02c9-e2fd-4efb-a2a7-d99c0fef86fe" providerId="ADAL" clId="{E82F1A68-28C2-47A9-8A79-3A51CEB21C87}" dt="2026-08-13T09:41:06.466" v="929" actId="207"/>
          <ac:spMkLst>
            <pc:docMk/>
            <pc:sldMk cId="1813030897" sldId="260"/>
            <ac:spMk id="10" creationId="{5146AE10-BD9F-FC19-D79E-9178F3121F65}"/>
          </ac:spMkLst>
        </pc:spChg>
        <pc:spChg chg="del mod">
          <ac:chgData name="Dona Ramona Arama" userId="e4aa02c9-e2fd-4efb-a2a7-d99c0fef86fe" providerId="ADAL" clId="{E82F1A68-28C2-47A9-8A79-3A51CEB21C87}" dt="2026-08-13T09:29:32.374" v="795" actId="478"/>
          <ac:spMkLst>
            <pc:docMk/>
            <pc:sldMk cId="1813030897" sldId="260"/>
            <ac:spMk id="11" creationId="{F83615F1-4396-8A82-5595-889780FD481A}"/>
          </ac:spMkLst>
        </pc:spChg>
        <pc:spChg chg="mod">
          <ac:chgData name="Dona Ramona Arama" userId="e4aa02c9-e2fd-4efb-a2a7-d99c0fef86fe" providerId="ADAL" clId="{E82F1A68-28C2-47A9-8A79-3A51CEB21C87}" dt="2026-08-13T09:36:49.812" v="885" actId="207"/>
          <ac:spMkLst>
            <pc:docMk/>
            <pc:sldMk cId="1813030897" sldId="260"/>
            <ac:spMk id="12" creationId="{AC9E4A3E-7227-0F0F-78F9-77907E08E42C}"/>
          </ac:spMkLst>
        </pc:spChg>
        <pc:spChg chg="mod">
          <ac:chgData name="Dona Ramona Arama" userId="e4aa02c9-e2fd-4efb-a2a7-d99c0fef86fe" providerId="ADAL" clId="{E82F1A68-28C2-47A9-8A79-3A51CEB21C87}" dt="2026-08-13T09:36:56.430" v="887" actId="207"/>
          <ac:spMkLst>
            <pc:docMk/>
            <pc:sldMk cId="1813030897" sldId="260"/>
            <ac:spMk id="13" creationId="{862A3E08-7F6A-AC8D-8B88-76F6E3D86E42}"/>
          </ac:spMkLst>
        </pc:spChg>
        <pc:spChg chg="del mod">
          <ac:chgData name="Dona Ramona Arama" userId="e4aa02c9-e2fd-4efb-a2a7-d99c0fef86fe" providerId="ADAL" clId="{E82F1A68-28C2-47A9-8A79-3A51CEB21C87}" dt="2026-08-13T08:59:48.065" v="257" actId="478"/>
          <ac:spMkLst>
            <pc:docMk/>
            <pc:sldMk cId="1813030897" sldId="260"/>
            <ac:spMk id="14" creationId="{13AD877E-DABA-C876-850C-E5AC33ACBF6C}"/>
          </ac:spMkLst>
        </pc:spChg>
        <pc:spChg chg="add del mod">
          <ac:chgData name="Dona Ramona Arama" userId="e4aa02c9-e2fd-4efb-a2a7-d99c0fef86fe" providerId="ADAL" clId="{E82F1A68-28C2-47A9-8A79-3A51CEB21C87}" dt="2026-08-13T09:00:30.345" v="260"/>
          <ac:spMkLst>
            <pc:docMk/>
            <pc:sldMk cId="1813030897" sldId="260"/>
            <ac:spMk id="15" creationId="{2E8CE932-0688-BCAA-0B54-C1F5ED895C62}"/>
          </ac:spMkLst>
        </pc:spChg>
        <pc:spChg chg="add">
          <ac:chgData name="Dona Ramona Arama" userId="e4aa02c9-e2fd-4efb-a2a7-d99c0fef86fe" providerId="ADAL" clId="{E82F1A68-28C2-47A9-8A79-3A51CEB21C87}" dt="2026-08-13T09:29:30.109" v="794" actId="22"/>
          <ac:spMkLst>
            <pc:docMk/>
            <pc:sldMk cId="1813030897" sldId="260"/>
            <ac:spMk id="23" creationId="{CFD38C02-EB2D-D9F2-B4E0-1E6C454E6634}"/>
          </ac:spMkLst>
        </pc:spChg>
        <pc:picChg chg="add del mod">
          <ac:chgData name="Dona Ramona Arama" userId="e4aa02c9-e2fd-4efb-a2a7-d99c0fef86fe" providerId="ADAL" clId="{E82F1A68-28C2-47A9-8A79-3A51CEB21C87}" dt="2026-08-13T09:02:22.107" v="355" actId="478"/>
          <ac:picMkLst>
            <pc:docMk/>
            <pc:sldMk cId="1813030897" sldId="260"/>
            <ac:picMk id="17" creationId="{CBCA4D40-A6E7-12F1-F772-D60F60CE7FA6}"/>
          </ac:picMkLst>
        </pc:picChg>
        <pc:picChg chg="add mod">
          <ac:chgData name="Dona Ramona Arama" userId="e4aa02c9-e2fd-4efb-a2a7-d99c0fef86fe" providerId="ADAL" clId="{E82F1A68-28C2-47A9-8A79-3A51CEB21C87}" dt="2026-08-13T09:06:02.528" v="526" actId="1076"/>
          <ac:picMkLst>
            <pc:docMk/>
            <pc:sldMk cId="1813030897" sldId="260"/>
            <ac:picMk id="19" creationId="{AD9C9D90-0745-C0DC-3AE2-927C7D9D3B85}"/>
          </ac:picMkLst>
        </pc:picChg>
        <pc:picChg chg="add mod">
          <ac:chgData name="Dona Ramona Arama" userId="e4aa02c9-e2fd-4efb-a2a7-d99c0fef86fe" providerId="ADAL" clId="{E82F1A68-28C2-47A9-8A79-3A51CEB21C87}" dt="2026-08-13T09:06:16.916" v="539" actId="1076"/>
          <ac:picMkLst>
            <pc:docMk/>
            <pc:sldMk cId="1813030897" sldId="260"/>
            <ac:picMk id="21" creationId="{E118ED4C-931B-E9FD-8ADC-037B682E3E2D}"/>
          </ac:picMkLst>
        </pc:picChg>
        <pc:picChg chg="add mod">
          <ac:chgData name="Dona Ramona Arama" userId="e4aa02c9-e2fd-4efb-a2a7-d99c0fef86fe" providerId="ADAL" clId="{E82F1A68-28C2-47A9-8A79-3A51CEB21C87}" dt="2026-08-13T10:04:27.240" v="1089" actId="14100"/>
          <ac:picMkLst>
            <pc:docMk/>
            <pc:sldMk cId="1813030897" sldId="260"/>
            <ac:picMk id="25" creationId="{F7B03389-B7A9-2391-0D9B-B8A81E8A7CFA}"/>
          </ac:picMkLst>
        </pc:picChg>
      </pc:sldChg>
      <pc:sldChg chg="addSp delSp modSp mod">
        <pc:chgData name="Dona Ramona Arama" userId="e4aa02c9-e2fd-4efb-a2a7-d99c0fef86fe" providerId="ADAL" clId="{E82F1A68-28C2-47A9-8A79-3A51CEB21C87}" dt="2026-08-13T10:04:50.258" v="1092" actId="1076"/>
        <pc:sldMkLst>
          <pc:docMk/>
          <pc:sldMk cId="1086870343" sldId="261"/>
        </pc:sldMkLst>
        <pc:spChg chg="del">
          <ac:chgData name="Dona Ramona Arama" userId="e4aa02c9-e2fd-4efb-a2a7-d99c0fef86fe" providerId="ADAL" clId="{E82F1A68-28C2-47A9-8A79-3A51CEB21C87}" dt="2026-08-13T09:29:44.142" v="798" actId="478"/>
          <ac:spMkLst>
            <pc:docMk/>
            <pc:sldMk cId="1086870343" sldId="261"/>
            <ac:spMk id="2" creationId="{1E51991D-46A6-9C60-019D-8D4F0556ECA7}"/>
          </ac:spMkLst>
        </pc:spChg>
        <pc:spChg chg="mod">
          <ac:chgData name="Dona Ramona Arama" userId="e4aa02c9-e2fd-4efb-a2a7-d99c0fef86fe" providerId="ADAL" clId="{E82F1A68-28C2-47A9-8A79-3A51CEB21C87}" dt="2026-08-13T09:30:57.806" v="819" actId="207"/>
          <ac:spMkLst>
            <pc:docMk/>
            <pc:sldMk cId="1086870343" sldId="261"/>
            <ac:spMk id="3" creationId="{3580872C-9AE2-8263-6A67-6649CC83FAC5}"/>
          </ac:spMkLst>
        </pc:spChg>
        <pc:spChg chg="mod">
          <ac:chgData name="Dona Ramona Arama" userId="e4aa02c9-e2fd-4efb-a2a7-d99c0fef86fe" providerId="ADAL" clId="{E82F1A68-28C2-47A9-8A79-3A51CEB21C87}" dt="2026-08-13T09:31:56.345" v="827" actId="207"/>
          <ac:spMkLst>
            <pc:docMk/>
            <pc:sldMk cId="1086870343" sldId="261"/>
            <ac:spMk id="5" creationId="{7D736FCE-94C9-45CC-C4FE-DE14998118AE}"/>
          </ac:spMkLst>
        </pc:spChg>
        <pc:spChg chg="mod">
          <ac:chgData name="Dona Ramona Arama" userId="e4aa02c9-e2fd-4efb-a2a7-d99c0fef86fe" providerId="ADAL" clId="{E82F1A68-28C2-47A9-8A79-3A51CEB21C87}" dt="2026-08-13T09:40:57.688" v="928" actId="207"/>
          <ac:spMkLst>
            <pc:docMk/>
            <pc:sldMk cId="1086870343" sldId="261"/>
            <ac:spMk id="6" creationId="{46CF944F-830C-376A-96B8-C79FAB5D4F28}"/>
          </ac:spMkLst>
        </pc:spChg>
        <pc:spChg chg="del">
          <ac:chgData name="Dona Ramona Arama" userId="e4aa02c9-e2fd-4efb-a2a7-d99c0fef86fe" providerId="ADAL" clId="{E82F1A68-28C2-47A9-8A79-3A51CEB21C87}" dt="2026-08-13T09:29:46.709" v="800" actId="478"/>
          <ac:spMkLst>
            <pc:docMk/>
            <pc:sldMk cId="1086870343" sldId="261"/>
            <ac:spMk id="7" creationId="{9BE1CACB-AD3D-7DB5-9B4D-3486BF148DCB}"/>
          </ac:spMkLst>
        </pc:spChg>
        <pc:spChg chg="mod">
          <ac:chgData name="Dona Ramona Arama" userId="e4aa02c9-e2fd-4efb-a2a7-d99c0fef86fe" providerId="ADAL" clId="{E82F1A68-28C2-47A9-8A79-3A51CEB21C87}" dt="2026-08-13T09:37:02.616" v="888" actId="207"/>
          <ac:spMkLst>
            <pc:docMk/>
            <pc:sldMk cId="1086870343" sldId="261"/>
            <ac:spMk id="8" creationId="{5F9E36CA-E5C8-D2D9-E945-D46E29FABD0E}"/>
          </ac:spMkLst>
        </pc:spChg>
        <pc:spChg chg="mod">
          <ac:chgData name="Dona Ramona Arama" userId="e4aa02c9-e2fd-4efb-a2a7-d99c0fef86fe" providerId="ADAL" clId="{E82F1A68-28C2-47A9-8A79-3A51CEB21C87}" dt="2026-08-13T09:37:17.862" v="892" actId="207"/>
          <ac:spMkLst>
            <pc:docMk/>
            <pc:sldMk cId="1086870343" sldId="261"/>
            <ac:spMk id="9" creationId="{FBE2D39A-0EF7-9139-C00E-7429C22E03B6}"/>
          </ac:spMkLst>
        </pc:spChg>
        <pc:spChg chg="mod">
          <ac:chgData name="Dona Ramona Arama" userId="e4aa02c9-e2fd-4efb-a2a7-d99c0fef86fe" providerId="ADAL" clId="{E82F1A68-28C2-47A9-8A79-3A51CEB21C87}" dt="2026-08-13T09:40:31.095" v="927" actId="207"/>
          <ac:spMkLst>
            <pc:docMk/>
            <pc:sldMk cId="1086870343" sldId="261"/>
            <ac:spMk id="10" creationId="{AABDCA5E-9864-B800-F037-01E0126EC731}"/>
          </ac:spMkLst>
        </pc:spChg>
        <pc:spChg chg="del">
          <ac:chgData name="Dona Ramona Arama" userId="e4aa02c9-e2fd-4efb-a2a7-d99c0fef86fe" providerId="ADAL" clId="{E82F1A68-28C2-47A9-8A79-3A51CEB21C87}" dt="2026-08-13T09:29:48.509" v="801" actId="478"/>
          <ac:spMkLst>
            <pc:docMk/>
            <pc:sldMk cId="1086870343" sldId="261"/>
            <ac:spMk id="11" creationId="{C45E8512-703F-77D8-DEED-38ACFA9E778E}"/>
          </ac:spMkLst>
        </pc:spChg>
        <pc:spChg chg="mod">
          <ac:chgData name="Dona Ramona Arama" userId="e4aa02c9-e2fd-4efb-a2a7-d99c0fef86fe" providerId="ADAL" clId="{E82F1A68-28C2-47A9-8A79-3A51CEB21C87}" dt="2026-08-13T09:37:15.193" v="891" actId="207"/>
          <ac:spMkLst>
            <pc:docMk/>
            <pc:sldMk cId="1086870343" sldId="261"/>
            <ac:spMk id="12" creationId="{A52A0C35-BD8D-FA71-A3DF-ADDA44B551F3}"/>
          </ac:spMkLst>
        </pc:spChg>
        <pc:spChg chg="mod">
          <ac:chgData name="Dona Ramona Arama" userId="e4aa02c9-e2fd-4efb-a2a7-d99c0fef86fe" providerId="ADAL" clId="{E82F1A68-28C2-47A9-8A79-3A51CEB21C87}" dt="2026-08-13T09:37:25.538" v="894" actId="207"/>
          <ac:spMkLst>
            <pc:docMk/>
            <pc:sldMk cId="1086870343" sldId="261"/>
            <ac:spMk id="13" creationId="{DE09A24C-D727-4DD3-685C-7D8844661E63}"/>
          </ac:spMkLst>
        </pc:spChg>
        <pc:spChg chg="add">
          <ac:chgData name="Dona Ramona Arama" userId="e4aa02c9-e2fd-4efb-a2a7-d99c0fef86fe" providerId="ADAL" clId="{E82F1A68-28C2-47A9-8A79-3A51CEB21C87}" dt="2026-08-13T09:29:44.435" v="799" actId="22"/>
          <ac:spMkLst>
            <pc:docMk/>
            <pc:sldMk cId="1086870343" sldId="261"/>
            <ac:spMk id="15" creationId="{C5D70884-5D4F-26DD-BC40-3F7A42E7DE78}"/>
          </ac:spMkLst>
        </pc:spChg>
        <pc:picChg chg="add mod">
          <ac:chgData name="Dona Ramona Arama" userId="e4aa02c9-e2fd-4efb-a2a7-d99c0fef86fe" providerId="ADAL" clId="{E82F1A68-28C2-47A9-8A79-3A51CEB21C87}" dt="2026-08-13T10:04:50.258" v="1092" actId="1076"/>
          <ac:picMkLst>
            <pc:docMk/>
            <pc:sldMk cId="1086870343" sldId="261"/>
            <ac:picMk id="17" creationId="{72027E9D-5CFD-1019-A207-1E223120B276}"/>
          </ac:picMkLst>
        </pc:picChg>
      </pc:sldChg>
      <pc:sldChg chg="addSp delSp modSp mod">
        <pc:chgData name="Dona Ramona Arama" userId="e4aa02c9-e2fd-4efb-a2a7-d99c0fef86fe" providerId="ADAL" clId="{E82F1A68-28C2-47A9-8A79-3A51CEB21C87}" dt="2026-08-13T09:43:38.540" v="951" actId="207"/>
        <pc:sldMkLst>
          <pc:docMk/>
          <pc:sldMk cId="2624983356" sldId="262"/>
        </pc:sldMkLst>
        <pc:spChg chg="del">
          <ac:chgData name="Dona Ramona Arama" userId="e4aa02c9-e2fd-4efb-a2a7-d99c0fef86fe" providerId="ADAL" clId="{E82F1A68-28C2-47A9-8A79-3A51CEB21C87}" dt="2026-08-13T09:29:52.882" v="802" actId="478"/>
          <ac:spMkLst>
            <pc:docMk/>
            <pc:sldMk cId="2624983356" sldId="262"/>
            <ac:spMk id="2" creationId="{49B6EFC5-F91A-5748-F4B3-A5429B1F03C5}"/>
          </ac:spMkLst>
        </pc:spChg>
        <pc:spChg chg="mod">
          <ac:chgData name="Dona Ramona Arama" userId="e4aa02c9-e2fd-4efb-a2a7-d99c0fef86fe" providerId="ADAL" clId="{E82F1A68-28C2-47A9-8A79-3A51CEB21C87}" dt="2026-08-13T09:31:03.644" v="820" actId="207"/>
          <ac:spMkLst>
            <pc:docMk/>
            <pc:sldMk cId="2624983356" sldId="262"/>
            <ac:spMk id="3" creationId="{0FFFBBF4-CA09-8F31-38AE-0CB80407AF24}"/>
          </ac:spMkLst>
        </pc:spChg>
        <pc:spChg chg="mod">
          <ac:chgData name="Dona Ramona Arama" userId="e4aa02c9-e2fd-4efb-a2a7-d99c0fef86fe" providerId="ADAL" clId="{E82F1A68-28C2-47A9-8A79-3A51CEB21C87}" dt="2026-08-13T09:32:06.996" v="829" actId="207"/>
          <ac:spMkLst>
            <pc:docMk/>
            <pc:sldMk cId="2624983356" sldId="262"/>
            <ac:spMk id="5" creationId="{DA3F62CD-09C8-F94B-6381-EEF1143DD9B4}"/>
          </ac:spMkLst>
        </pc:spChg>
        <pc:spChg chg="mod">
          <ac:chgData name="Dona Ramona Arama" userId="e4aa02c9-e2fd-4efb-a2a7-d99c0fef86fe" providerId="ADAL" clId="{E82F1A68-28C2-47A9-8A79-3A51CEB21C87}" dt="2026-08-13T09:43:26.252" v="949" actId="207"/>
          <ac:spMkLst>
            <pc:docMk/>
            <pc:sldMk cId="2624983356" sldId="262"/>
            <ac:spMk id="6" creationId="{E7CEFAB7-003F-6BE0-EDFE-28A1F0FFD7A7}"/>
          </ac:spMkLst>
        </pc:spChg>
        <pc:spChg chg="del">
          <ac:chgData name="Dona Ramona Arama" userId="e4aa02c9-e2fd-4efb-a2a7-d99c0fef86fe" providerId="ADAL" clId="{E82F1A68-28C2-47A9-8A79-3A51CEB21C87}" dt="2026-08-13T09:29:54.800" v="804" actId="478"/>
          <ac:spMkLst>
            <pc:docMk/>
            <pc:sldMk cId="2624983356" sldId="262"/>
            <ac:spMk id="7" creationId="{E89545E0-DBEF-051A-6F0D-F50CA230867C}"/>
          </ac:spMkLst>
        </pc:spChg>
        <pc:spChg chg="mod">
          <ac:chgData name="Dona Ramona Arama" userId="e4aa02c9-e2fd-4efb-a2a7-d99c0fef86fe" providerId="ADAL" clId="{E82F1A68-28C2-47A9-8A79-3A51CEB21C87}" dt="2026-08-13T09:37:30.134" v="895" actId="207"/>
          <ac:spMkLst>
            <pc:docMk/>
            <pc:sldMk cId="2624983356" sldId="262"/>
            <ac:spMk id="8" creationId="{1D06738C-4E1A-D045-3220-EB09415D7E90}"/>
          </ac:spMkLst>
        </pc:spChg>
        <pc:spChg chg="mod">
          <ac:chgData name="Dona Ramona Arama" userId="e4aa02c9-e2fd-4efb-a2a7-d99c0fef86fe" providerId="ADAL" clId="{E82F1A68-28C2-47A9-8A79-3A51CEB21C87}" dt="2026-08-13T09:37:49.733" v="905" actId="207"/>
          <ac:spMkLst>
            <pc:docMk/>
            <pc:sldMk cId="2624983356" sldId="262"/>
            <ac:spMk id="9" creationId="{13C08222-2D7E-3FD5-E608-2F2814342927}"/>
          </ac:spMkLst>
        </pc:spChg>
        <pc:spChg chg="mod">
          <ac:chgData name="Dona Ramona Arama" userId="e4aa02c9-e2fd-4efb-a2a7-d99c0fef86fe" providerId="ADAL" clId="{E82F1A68-28C2-47A9-8A79-3A51CEB21C87}" dt="2026-08-13T09:43:32.072" v="950" actId="207"/>
          <ac:spMkLst>
            <pc:docMk/>
            <pc:sldMk cId="2624983356" sldId="262"/>
            <ac:spMk id="10" creationId="{15836688-7EE2-3B2F-0DB2-F1A68C997031}"/>
          </ac:spMkLst>
        </pc:spChg>
        <pc:spChg chg="del">
          <ac:chgData name="Dona Ramona Arama" userId="e4aa02c9-e2fd-4efb-a2a7-d99c0fef86fe" providerId="ADAL" clId="{E82F1A68-28C2-47A9-8A79-3A51CEB21C87}" dt="2026-08-13T09:29:56.480" v="805" actId="478"/>
          <ac:spMkLst>
            <pc:docMk/>
            <pc:sldMk cId="2624983356" sldId="262"/>
            <ac:spMk id="11" creationId="{0D820A38-1214-19C6-720F-A2C5EAAE8428}"/>
          </ac:spMkLst>
        </pc:spChg>
        <pc:spChg chg="mod">
          <ac:chgData name="Dona Ramona Arama" userId="e4aa02c9-e2fd-4efb-a2a7-d99c0fef86fe" providerId="ADAL" clId="{E82F1A68-28C2-47A9-8A79-3A51CEB21C87}" dt="2026-08-13T09:37:33.918" v="896" actId="207"/>
          <ac:spMkLst>
            <pc:docMk/>
            <pc:sldMk cId="2624983356" sldId="262"/>
            <ac:spMk id="12" creationId="{9EC39092-BC7E-FAB5-4A26-8DFEA12CE2AB}"/>
          </ac:spMkLst>
        </pc:spChg>
        <pc:spChg chg="mod">
          <ac:chgData name="Dona Ramona Arama" userId="e4aa02c9-e2fd-4efb-a2a7-d99c0fef86fe" providerId="ADAL" clId="{E82F1A68-28C2-47A9-8A79-3A51CEB21C87}" dt="2026-08-13T09:37:54.574" v="906" actId="207"/>
          <ac:spMkLst>
            <pc:docMk/>
            <pc:sldMk cId="2624983356" sldId="262"/>
            <ac:spMk id="13" creationId="{F4658A34-BD4B-E5FF-AABA-EC8906FFEC97}"/>
          </ac:spMkLst>
        </pc:spChg>
        <pc:spChg chg="mod">
          <ac:chgData name="Dona Ramona Arama" userId="e4aa02c9-e2fd-4efb-a2a7-d99c0fef86fe" providerId="ADAL" clId="{E82F1A68-28C2-47A9-8A79-3A51CEB21C87}" dt="2026-08-13T09:43:38.540" v="951" actId="207"/>
          <ac:spMkLst>
            <pc:docMk/>
            <pc:sldMk cId="2624983356" sldId="262"/>
            <ac:spMk id="14" creationId="{0EFECA2C-F789-68C5-162E-7A01461B8335}"/>
          </ac:spMkLst>
        </pc:spChg>
        <pc:spChg chg="del">
          <ac:chgData name="Dona Ramona Arama" userId="e4aa02c9-e2fd-4efb-a2a7-d99c0fef86fe" providerId="ADAL" clId="{E82F1A68-28C2-47A9-8A79-3A51CEB21C87}" dt="2026-08-13T09:29:58.778" v="806" actId="478"/>
          <ac:spMkLst>
            <pc:docMk/>
            <pc:sldMk cId="2624983356" sldId="262"/>
            <ac:spMk id="15" creationId="{4E96EC7A-E18E-0E8C-63FE-FA4E97671DB5}"/>
          </ac:spMkLst>
        </pc:spChg>
        <pc:spChg chg="mod">
          <ac:chgData name="Dona Ramona Arama" userId="e4aa02c9-e2fd-4efb-a2a7-d99c0fef86fe" providerId="ADAL" clId="{E82F1A68-28C2-47A9-8A79-3A51CEB21C87}" dt="2026-08-13T09:37:37.798" v="897" actId="207"/>
          <ac:spMkLst>
            <pc:docMk/>
            <pc:sldMk cId="2624983356" sldId="262"/>
            <ac:spMk id="16" creationId="{D58798C3-312A-22CC-135B-DEEB45F78782}"/>
          </ac:spMkLst>
        </pc:spChg>
        <pc:spChg chg="mod">
          <ac:chgData name="Dona Ramona Arama" userId="e4aa02c9-e2fd-4efb-a2a7-d99c0fef86fe" providerId="ADAL" clId="{E82F1A68-28C2-47A9-8A79-3A51CEB21C87}" dt="2026-08-13T09:38:01.495" v="907" actId="207"/>
          <ac:spMkLst>
            <pc:docMk/>
            <pc:sldMk cId="2624983356" sldId="262"/>
            <ac:spMk id="17" creationId="{8E38E9C5-DC34-7152-0D18-A57DAC079EAD}"/>
          </ac:spMkLst>
        </pc:spChg>
        <pc:spChg chg="add">
          <ac:chgData name="Dona Ramona Arama" userId="e4aa02c9-e2fd-4efb-a2a7-d99c0fef86fe" providerId="ADAL" clId="{E82F1A68-28C2-47A9-8A79-3A51CEB21C87}" dt="2026-08-13T09:29:53.110" v="803" actId="22"/>
          <ac:spMkLst>
            <pc:docMk/>
            <pc:sldMk cId="2624983356" sldId="262"/>
            <ac:spMk id="19" creationId="{ABC762F0-E3B0-36B5-8AF9-67A7106B91C1}"/>
          </ac:spMkLst>
        </pc:spChg>
      </pc:sldChg>
      <pc:sldChg chg="addSp delSp modSp mod">
        <pc:chgData name="Dona Ramona Arama" userId="e4aa02c9-e2fd-4efb-a2a7-d99c0fef86fe" providerId="ADAL" clId="{E82F1A68-28C2-47A9-8A79-3A51CEB21C87}" dt="2026-08-13T10:10:09.505" v="1152" actId="20577"/>
        <pc:sldMkLst>
          <pc:docMk/>
          <pc:sldMk cId="2880657984" sldId="263"/>
        </pc:sldMkLst>
        <pc:spChg chg="del">
          <ac:chgData name="Dona Ramona Arama" userId="e4aa02c9-e2fd-4efb-a2a7-d99c0fef86fe" providerId="ADAL" clId="{E82F1A68-28C2-47A9-8A79-3A51CEB21C87}" dt="2026-08-13T09:30:01.852" v="807" actId="478"/>
          <ac:spMkLst>
            <pc:docMk/>
            <pc:sldMk cId="2880657984" sldId="263"/>
            <ac:spMk id="2" creationId="{A44D887F-A959-8D1A-6CE9-835D1C673FB8}"/>
          </ac:spMkLst>
        </pc:spChg>
        <pc:spChg chg="mod">
          <ac:chgData name="Dona Ramona Arama" userId="e4aa02c9-e2fd-4efb-a2a7-d99c0fef86fe" providerId="ADAL" clId="{E82F1A68-28C2-47A9-8A79-3A51CEB21C87}" dt="2026-08-13T09:32:42.688" v="858" actId="207"/>
          <ac:spMkLst>
            <pc:docMk/>
            <pc:sldMk cId="2880657984" sldId="263"/>
            <ac:spMk id="3" creationId="{E3617AE5-F528-E5EB-47B9-71D882F4823F}"/>
          </ac:spMkLst>
        </pc:spChg>
        <pc:spChg chg="add del mod">
          <ac:chgData name="Dona Ramona Arama" userId="e4aa02c9-e2fd-4efb-a2a7-d99c0fef86fe" providerId="ADAL" clId="{E82F1A68-28C2-47A9-8A79-3A51CEB21C87}" dt="2026-08-13T09:32:28.197" v="856" actId="1035"/>
          <ac:spMkLst>
            <pc:docMk/>
            <pc:sldMk cId="2880657984" sldId="263"/>
            <ac:spMk id="5" creationId="{8F4172C9-BF42-8091-81DA-627458434F6F}"/>
          </ac:spMkLst>
        </pc:spChg>
        <pc:spChg chg="mod">
          <ac:chgData name="Dona Ramona Arama" userId="e4aa02c9-e2fd-4efb-a2a7-d99c0fef86fe" providerId="ADAL" clId="{E82F1A68-28C2-47A9-8A79-3A51CEB21C87}" dt="2026-08-13T09:43:48.702" v="952" actId="207"/>
          <ac:spMkLst>
            <pc:docMk/>
            <pc:sldMk cId="2880657984" sldId="263"/>
            <ac:spMk id="6" creationId="{C6560DFA-FD5F-EE86-2C6E-C9E5ADFB6EE2}"/>
          </ac:spMkLst>
        </pc:spChg>
        <pc:spChg chg="del">
          <ac:chgData name="Dona Ramona Arama" userId="e4aa02c9-e2fd-4efb-a2a7-d99c0fef86fe" providerId="ADAL" clId="{E82F1A68-28C2-47A9-8A79-3A51CEB21C87}" dt="2026-08-13T09:33:18.674" v="867" actId="478"/>
          <ac:spMkLst>
            <pc:docMk/>
            <pc:sldMk cId="2880657984" sldId="263"/>
            <ac:spMk id="7" creationId="{3236C21B-8E34-1F9B-C593-DB40B56A7167}"/>
          </ac:spMkLst>
        </pc:spChg>
        <pc:spChg chg="mod">
          <ac:chgData name="Dona Ramona Arama" userId="e4aa02c9-e2fd-4efb-a2a7-d99c0fef86fe" providerId="ADAL" clId="{E82F1A68-28C2-47A9-8A79-3A51CEB21C87}" dt="2026-08-13T09:38:11.442" v="908" actId="207"/>
          <ac:spMkLst>
            <pc:docMk/>
            <pc:sldMk cId="2880657984" sldId="263"/>
            <ac:spMk id="8" creationId="{DFF209AD-CDCF-5137-BB75-287BEF9321A7}"/>
          </ac:spMkLst>
        </pc:spChg>
        <pc:spChg chg="mod">
          <ac:chgData name="Dona Ramona Arama" userId="e4aa02c9-e2fd-4efb-a2a7-d99c0fef86fe" providerId="ADAL" clId="{E82F1A68-28C2-47A9-8A79-3A51CEB21C87}" dt="2026-08-13T09:38:16.624" v="909" actId="207"/>
          <ac:spMkLst>
            <pc:docMk/>
            <pc:sldMk cId="2880657984" sldId="263"/>
            <ac:spMk id="9" creationId="{C10CCF04-3CB3-0962-FE55-CA56AD7A9BD1}"/>
          </ac:spMkLst>
        </pc:spChg>
        <pc:spChg chg="mod">
          <ac:chgData name="Dona Ramona Arama" userId="e4aa02c9-e2fd-4efb-a2a7-d99c0fef86fe" providerId="ADAL" clId="{E82F1A68-28C2-47A9-8A79-3A51CEB21C87}" dt="2026-08-13T09:43:54.437" v="953" actId="207"/>
          <ac:spMkLst>
            <pc:docMk/>
            <pc:sldMk cId="2880657984" sldId="263"/>
            <ac:spMk id="10" creationId="{9A6473DB-1DCE-8DF2-A29F-985E7BDE0E77}"/>
          </ac:spMkLst>
        </pc:spChg>
        <pc:spChg chg="del">
          <ac:chgData name="Dona Ramona Arama" userId="e4aa02c9-e2fd-4efb-a2a7-d99c0fef86fe" providerId="ADAL" clId="{E82F1A68-28C2-47A9-8A79-3A51CEB21C87}" dt="2026-08-13T09:33:16.240" v="866" actId="478"/>
          <ac:spMkLst>
            <pc:docMk/>
            <pc:sldMk cId="2880657984" sldId="263"/>
            <ac:spMk id="11" creationId="{425BABBB-8A8E-0725-C8FC-5F2E970A4CC9}"/>
          </ac:spMkLst>
        </pc:spChg>
        <pc:spChg chg="mod">
          <ac:chgData name="Dona Ramona Arama" userId="e4aa02c9-e2fd-4efb-a2a7-d99c0fef86fe" providerId="ADAL" clId="{E82F1A68-28C2-47A9-8A79-3A51CEB21C87}" dt="2026-08-13T09:38:21.758" v="910" actId="207"/>
          <ac:spMkLst>
            <pc:docMk/>
            <pc:sldMk cId="2880657984" sldId="263"/>
            <ac:spMk id="12" creationId="{14ABF646-6895-75A7-12DB-CD087A6EB4AB}"/>
          </ac:spMkLst>
        </pc:spChg>
        <pc:spChg chg="mod">
          <ac:chgData name="Dona Ramona Arama" userId="e4aa02c9-e2fd-4efb-a2a7-d99c0fef86fe" providerId="ADAL" clId="{E82F1A68-28C2-47A9-8A79-3A51CEB21C87}" dt="2026-08-13T10:10:09.505" v="1152" actId="20577"/>
          <ac:spMkLst>
            <pc:docMk/>
            <pc:sldMk cId="2880657984" sldId="263"/>
            <ac:spMk id="13" creationId="{96703953-AB9E-BBC6-964D-C060C1CD0C92}"/>
          </ac:spMkLst>
        </pc:spChg>
        <pc:spChg chg="add">
          <ac:chgData name="Dona Ramona Arama" userId="e4aa02c9-e2fd-4efb-a2a7-d99c0fef86fe" providerId="ADAL" clId="{E82F1A68-28C2-47A9-8A79-3A51CEB21C87}" dt="2026-08-13T09:30:02.094" v="808" actId="22"/>
          <ac:spMkLst>
            <pc:docMk/>
            <pc:sldMk cId="2880657984" sldId="263"/>
            <ac:spMk id="15" creationId="{26C87668-B77E-2B47-50F8-1590B1863D83}"/>
          </ac:spMkLst>
        </pc:spChg>
      </pc:sldChg>
      <pc:sldChg chg="addSp delSp modSp mod">
        <pc:chgData name="Dona Ramona Arama" userId="e4aa02c9-e2fd-4efb-a2a7-d99c0fef86fe" providerId="ADAL" clId="{E82F1A68-28C2-47A9-8A79-3A51CEB21C87}" dt="2026-08-13T11:08:52.248" v="1164" actId="1037"/>
        <pc:sldMkLst>
          <pc:docMk/>
          <pc:sldMk cId="54566332" sldId="264"/>
        </pc:sldMkLst>
        <pc:spChg chg="del">
          <ac:chgData name="Dona Ramona Arama" userId="e4aa02c9-e2fd-4efb-a2a7-d99c0fef86fe" providerId="ADAL" clId="{E82F1A68-28C2-47A9-8A79-3A51CEB21C87}" dt="2026-08-13T09:30:05.728" v="809" actId="478"/>
          <ac:spMkLst>
            <pc:docMk/>
            <pc:sldMk cId="54566332" sldId="264"/>
            <ac:spMk id="2" creationId="{96AD38FF-F798-95C1-CDB9-CA5CA57BAC19}"/>
          </ac:spMkLst>
        </pc:spChg>
        <pc:spChg chg="mod">
          <ac:chgData name="Dona Ramona Arama" userId="e4aa02c9-e2fd-4efb-a2a7-d99c0fef86fe" providerId="ADAL" clId="{E82F1A68-28C2-47A9-8A79-3A51CEB21C87}" dt="2026-08-13T09:31:09.233" v="821" actId="207"/>
          <ac:spMkLst>
            <pc:docMk/>
            <pc:sldMk cId="54566332" sldId="264"/>
            <ac:spMk id="3" creationId="{0B095613-BF3E-6A25-C00F-5A008181A4C4}"/>
          </ac:spMkLst>
        </pc:spChg>
        <pc:spChg chg="mod">
          <ac:chgData name="Dona Ramona Arama" userId="e4aa02c9-e2fd-4efb-a2a7-d99c0fef86fe" providerId="ADAL" clId="{E82F1A68-28C2-47A9-8A79-3A51CEB21C87}" dt="2026-08-13T09:32:52.555" v="860" actId="207"/>
          <ac:spMkLst>
            <pc:docMk/>
            <pc:sldMk cId="54566332" sldId="264"/>
            <ac:spMk id="5" creationId="{623D9514-7A8A-CB84-EBA0-C34FFA048B87}"/>
          </ac:spMkLst>
        </pc:spChg>
        <pc:spChg chg="mod">
          <ac:chgData name="Dona Ramona Arama" userId="e4aa02c9-e2fd-4efb-a2a7-d99c0fef86fe" providerId="ADAL" clId="{E82F1A68-28C2-47A9-8A79-3A51CEB21C87}" dt="2026-08-13T09:44:01.453" v="954" actId="207"/>
          <ac:spMkLst>
            <pc:docMk/>
            <pc:sldMk cId="54566332" sldId="264"/>
            <ac:spMk id="6" creationId="{AD01E915-E8C9-60D1-8B61-F6C2AF5F0404}"/>
          </ac:spMkLst>
        </pc:spChg>
        <pc:spChg chg="del">
          <ac:chgData name="Dona Ramona Arama" userId="e4aa02c9-e2fd-4efb-a2a7-d99c0fef86fe" providerId="ADAL" clId="{E82F1A68-28C2-47A9-8A79-3A51CEB21C87}" dt="2026-08-13T09:30:07.703" v="811" actId="478"/>
          <ac:spMkLst>
            <pc:docMk/>
            <pc:sldMk cId="54566332" sldId="264"/>
            <ac:spMk id="7" creationId="{8BA1583F-3B9A-3F4B-544C-B601A3D267BB}"/>
          </ac:spMkLst>
        </pc:spChg>
        <pc:spChg chg="mod">
          <ac:chgData name="Dona Ramona Arama" userId="e4aa02c9-e2fd-4efb-a2a7-d99c0fef86fe" providerId="ADAL" clId="{E82F1A68-28C2-47A9-8A79-3A51CEB21C87}" dt="2026-08-13T09:38:34.256" v="912" actId="207"/>
          <ac:spMkLst>
            <pc:docMk/>
            <pc:sldMk cId="54566332" sldId="264"/>
            <ac:spMk id="8" creationId="{A6AC246F-EB50-6EB2-9948-93287661D106}"/>
          </ac:spMkLst>
        </pc:spChg>
        <pc:spChg chg="mod">
          <ac:chgData name="Dona Ramona Arama" userId="e4aa02c9-e2fd-4efb-a2a7-d99c0fef86fe" providerId="ADAL" clId="{E82F1A68-28C2-47A9-8A79-3A51CEB21C87}" dt="2026-08-13T09:38:46.146" v="915" actId="207"/>
          <ac:spMkLst>
            <pc:docMk/>
            <pc:sldMk cId="54566332" sldId="264"/>
            <ac:spMk id="9" creationId="{B2AD3761-6A72-D41F-2F09-E99364914F70}"/>
          </ac:spMkLst>
        </pc:spChg>
        <pc:spChg chg="mod">
          <ac:chgData name="Dona Ramona Arama" userId="e4aa02c9-e2fd-4efb-a2a7-d99c0fef86fe" providerId="ADAL" clId="{E82F1A68-28C2-47A9-8A79-3A51CEB21C87}" dt="2026-08-13T09:44:06.077" v="955" actId="207"/>
          <ac:spMkLst>
            <pc:docMk/>
            <pc:sldMk cId="54566332" sldId="264"/>
            <ac:spMk id="10" creationId="{4000E884-CB46-08FA-FF1D-0992572CC2F5}"/>
          </ac:spMkLst>
        </pc:spChg>
        <pc:spChg chg="del">
          <ac:chgData name="Dona Ramona Arama" userId="e4aa02c9-e2fd-4efb-a2a7-d99c0fef86fe" providerId="ADAL" clId="{E82F1A68-28C2-47A9-8A79-3A51CEB21C87}" dt="2026-08-13T09:30:09.869" v="812" actId="478"/>
          <ac:spMkLst>
            <pc:docMk/>
            <pc:sldMk cId="54566332" sldId="264"/>
            <ac:spMk id="11" creationId="{3090974C-0204-B15B-37C9-439861B475D2}"/>
          </ac:spMkLst>
        </pc:spChg>
        <pc:spChg chg="mod">
          <ac:chgData name="Dona Ramona Arama" userId="e4aa02c9-e2fd-4efb-a2a7-d99c0fef86fe" providerId="ADAL" clId="{E82F1A68-28C2-47A9-8A79-3A51CEB21C87}" dt="2026-08-13T09:38:36.950" v="913" actId="207"/>
          <ac:spMkLst>
            <pc:docMk/>
            <pc:sldMk cId="54566332" sldId="264"/>
            <ac:spMk id="12" creationId="{42CC969B-6FC9-ADA6-C97B-8B9CE8540BE5}"/>
          </ac:spMkLst>
        </pc:spChg>
        <pc:spChg chg="mod">
          <ac:chgData name="Dona Ramona Arama" userId="e4aa02c9-e2fd-4efb-a2a7-d99c0fef86fe" providerId="ADAL" clId="{E82F1A68-28C2-47A9-8A79-3A51CEB21C87}" dt="2026-08-13T09:38:57.852" v="916" actId="207"/>
          <ac:spMkLst>
            <pc:docMk/>
            <pc:sldMk cId="54566332" sldId="264"/>
            <ac:spMk id="13" creationId="{B2780CCC-3F64-7C0F-8851-0E289D84AD8D}"/>
          </ac:spMkLst>
        </pc:spChg>
        <pc:spChg chg="mod">
          <ac:chgData name="Dona Ramona Arama" userId="e4aa02c9-e2fd-4efb-a2a7-d99c0fef86fe" providerId="ADAL" clId="{E82F1A68-28C2-47A9-8A79-3A51CEB21C87}" dt="2026-08-13T09:44:11.154" v="956" actId="207"/>
          <ac:spMkLst>
            <pc:docMk/>
            <pc:sldMk cId="54566332" sldId="264"/>
            <ac:spMk id="14" creationId="{7BB549ED-091C-6F27-32B6-2FC9C1E2D61C}"/>
          </ac:spMkLst>
        </pc:spChg>
        <pc:spChg chg="del">
          <ac:chgData name="Dona Ramona Arama" userId="e4aa02c9-e2fd-4efb-a2a7-d99c0fef86fe" providerId="ADAL" clId="{E82F1A68-28C2-47A9-8A79-3A51CEB21C87}" dt="2026-08-13T09:30:11.899" v="813" actId="478"/>
          <ac:spMkLst>
            <pc:docMk/>
            <pc:sldMk cId="54566332" sldId="264"/>
            <ac:spMk id="15" creationId="{7EF41148-D5ED-54AB-EEBB-9B1A29FC7295}"/>
          </ac:spMkLst>
        </pc:spChg>
        <pc:spChg chg="mod">
          <ac:chgData name="Dona Ramona Arama" userId="e4aa02c9-e2fd-4efb-a2a7-d99c0fef86fe" providerId="ADAL" clId="{E82F1A68-28C2-47A9-8A79-3A51CEB21C87}" dt="2026-08-13T09:38:39.536" v="914" actId="207"/>
          <ac:spMkLst>
            <pc:docMk/>
            <pc:sldMk cId="54566332" sldId="264"/>
            <ac:spMk id="16" creationId="{076B0C38-DF3E-B701-B3F5-83EB35ABD169}"/>
          </ac:spMkLst>
        </pc:spChg>
        <pc:spChg chg="mod">
          <ac:chgData name="Dona Ramona Arama" userId="e4aa02c9-e2fd-4efb-a2a7-d99c0fef86fe" providerId="ADAL" clId="{E82F1A68-28C2-47A9-8A79-3A51CEB21C87}" dt="2026-08-13T09:39:03.038" v="917" actId="207"/>
          <ac:spMkLst>
            <pc:docMk/>
            <pc:sldMk cId="54566332" sldId="264"/>
            <ac:spMk id="17" creationId="{FD6C590F-BC9E-2510-64F0-EE65D938B91C}"/>
          </ac:spMkLst>
        </pc:spChg>
        <pc:spChg chg="add">
          <ac:chgData name="Dona Ramona Arama" userId="e4aa02c9-e2fd-4efb-a2a7-d99c0fef86fe" providerId="ADAL" clId="{E82F1A68-28C2-47A9-8A79-3A51CEB21C87}" dt="2026-08-13T09:30:06.194" v="810" actId="22"/>
          <ac:spMkLst>
            <pc:docMk/>
            <pc:sldMk cId="54566332" sldId="264"/>
            <ac:spMk id="19" creationId="{C6AE0CE1-9C04-F75B-7F1B-2C56104187A5}"/>
          </ac:spMkLst>
        </pc:spChg>
        <pc:picChg chg="add mod">
          <ac:chgData name="Dona Ramona Arama" userId="e4aa02c9-e2fd-4efb-a2a7-d99c0fef86fe" providerId="ADAL" clId="{E82F1A68-28C2-47A9-8A79-3A51CEB21C87}" dt="2026-08-13T11:08:52.248" v="1164" actId="1037"/>
          <ac:picMkLst>
            <pc:docMk/>
            <pc:sldMk cId="54566332" sldId="264"/>
            <ac:picMk id="21" creationId="{405138C2-4827-45B6-E2DF-77408321C924}"/>
          </ac:picMkLst>
        </pc:picChg>
        <pc:picChg chg="add mod">
          <ac:chgData name="Dona Ramona Arama" userId="e4aa02c9-e2fd-4efb-a2a7-d99c0fef86fe" providerId="ADAL" clId="{E82F1A68-28C2-47A9-8A79-3A51CEB21C87}" dt="2026-08-13T10:06:46.664" v="1134" actId="1076"/>
          <ac:picMkLst>
            <pc:docMk/>
            <pc:sldMk cId="54566332" sldId="264"/>
            <ac:picMk id="23" creationId="{1C1BA0CD-0EAC-9814-9A1A-31704BCA510D}"/>
          </ac:picMkLst>
        </pc:picChg>
        <pc:picChg chg="add mod">
          <ac:chgData name="Dona Ramona Arama" userId="e4aa02c9-e2fd-4efb-a2a7-d99c0fef86fe" providerId="ADAL" clId="{E82F1A68-28C2-47A9-8A79-3A51CEB21C87}" dt="2026-08-13T10:06:54.298" v="1137" actId="14100"/>
          <ac:picMkLst>
            <pc:docMk/>
            <pc:sldMk cId="54566332" sldId="264"/>
            <ac:picMk id="25" creationId="{A0227688-9A5C-F530-C5C2-D040E9F6F267}"/>
          </ac:picMkLst>
        </pc:picChg>
        <pc:picChg chg="add del mod">
          <ac:chgData name="Dona Ramona Arama" userId="e4aa02c9-e2fd-4efb-a2a7-d99c0fef86fe" providerId="ADAL" clId="{E82F1A68-28C2-47A9-8A79-3A51CEB21C87}" dt="2026-08-13T10:09:42.317" v="1149" actId="478"/>
          <ac:picMkLst>
            <pc:docMk/>
            <pc:sldMk cId="54566332" sldId="264"/>
            <ac:picMk id="27" creationId="{18DCFC9C-7C4A-CE8C-D4F7-523E4F507667}"/>
          </ac:picMkLst>
        </pc:picChg>
      </pc:sldChg>
      <pc:sldChg chg="del">
        <pc:chgData name="Dona Ramona Arama" userId="e4aa02c9-e2fd-4efb-a2a7-d99c0fef86fe" providerId="ADAL" clId="{E82F1A68-28C2-47A9-8A79-3A51CEB21C87}" dt="2026-08-13T09:15:07.770" v="681" actId="2696"/>
        <pc:sldMkLst>
          <pc:docMk/>
          <pc:sldMk cId="3026620685" sldId="265"/>
        </pc:sldMkLst>
      </pc:sldChg>
      <pc:sldChg chg="addSp delSp new del mod">
        <pc:chgData name="Dona Ramona Arama" userId="e4aa02c9-e2fd-4efb-a2a7-d99c0fef86fe" providerId="ADAL" clId="{E82F1A68-28C2-47A9-8A79-3A51CEB21C87}" dt="2026-08-13T09:06:33.567" v="540" actId="2696"/>
        <pc:sldMkLst>
          <pc:docMk/>
          <pc:sldMk cId="2662727733" sldId="266"/>
        </pc:sldMkLst>
        <pc:picChg chg="add del">
          <ac:chgData name="Dona Ramona Arama" userId="e4aa02c9-e2fd-4efb-a2a7-d99c0fef86fe" providerId="ADAL" clId="{E82F1A68-28C2-47A9-8A79-3A51CEB21C87}" dt="2026-08-13T08:56:52.964" v="117" actId="21"/>
          <ac:picMkLst>
            <pc:docMk/>
            <pc:sldMk cId="2662727733" sldId="266"/>
            <ac:picMk id="3" creationId="{6926BFA5-217F-7BAC-38F0-618BD65C400E}"/>
          </ac:picMkLst>
        </pc:picChg>
      </pc:sldChg>
      <pc:sldChg chg="addSp delSp modSp add mod ord">
        <pc:chgData name="Dona Ramona Arama" userId="e4aa02c9-e2fd-4efb-a2a7-d99c0fef86fe" providerId="ADAL" clId="{E82F1A68-28C2-47A9-8A79-3A51CEB21C87}" dt="2026-08-13T10:08:00.131" v="1144" actId="1076"/>
        <pc:sldMkLst>
          <pc:docMk/>
          <pc:sldMk cId="419199898" sldId="267"/>
        </pc:sldMkLst>
        <pc:spChg chg="del">
          <ac:chgData name="Dona Ramona Arama" userId="e4aa02c9-e2fd-4efb-a2a7-d99c0fef86fe" providerId="ADAL" clId="{E82F1A68-28C2-47A9-8A79-3A51CEB21C87}" dt="2026-08-13T09:29:24.273" v="791" actId="478"/>
          <ac:spMkLst>
            <pc:docMk/>
            <pc:sldMk cId="419199898" sldId="267"/>
            <ac:spMk id="2" creationId="{12B5D69D-E44C-04E9-F045-586FA78C651B}"/>
          </ac:spMkLst>
        </pc:spChg>
        <pc:spChg chg="mod">
          <ac:chgData name="Dona Ramona Arama" userId="e4aa02c9-e2fd-4efb-a2a7-d99c0fef86fe" providerId="ADAL" clId="{E82F1A68-28C2-47A9-8A79-3A51CEB21C87}" dt="2026-08-13T09:30:39.646" v="816" actId="207"/>
          <ac:spMkLst>
            <pc:docMk/>
            <pc:sldMk cId="419199898" sldId="267"/>
            <ac:spMk id="3" creationId="{D8240A2A-EF37-CF40-F4D9-408A6FD8C954}"/>
          </ac:spMkLst>
        </pc:spChg>
        <pc:spChg chg="del">
          <ac:chgData name="Dona Ramona Arama" userId="e4aa02c9-e2fd-4efb-a2a7-d99c0fef86fe" providerId="ADAL" clId="{E82F1A68-28C2-47A9-8A79-3A51CEB21C87}" dt="2026-08-13T08:57:32.735" v="187" actId="478"/>
          <ac:spMkLst>
            <pc:docMk/>
            <pc:sldMk cId="419199898" sldId="267"/>
            <ac:spMk id="5" creationId="{215A6147-38ED-44FF-806A-3DD8424208FA}"/>
          </ac:spMkLst>
        </pc:spChg>
        <pc:spChg chg="del">
          <ac:chgData name="Dona Ramona Arama" userId="e4aa02c9-e2fd-4efb-a2a7-d99c0fef86fe" providerId="ADAL" clId="{E82F1A68-28C2-47A9-8A79-3A51CEB21C87}" dt="2026-08-13T08:57:24.183" v="184" actId="478"/>
          <ac:spMkLst>
            <pc:docMk/>
            <pc:sldMk cId="419199898" sldId="267"/>
            <ac:spMk id="6" creationId="{1D48FFD8-73F3-D11B-C36B-C688826907CF}"/>
          </ac:spMkLst>
        </pc:spChg>
        <pc:spChg chg="del">
          <ac:chgData name="Dona Ramona Arama" userId="e4aa02c9-e2fd-4efb-a2a7-d99c0fef86fe" providerId="ADAL" clId="{E82F1A68-28C2-47A9-8A79-3A51CEB21C87}" dt="2026-08-13T08:57:26.309" v="185" actId="478"/>
          <ac:spMkLst>
            <pc:docMk/>
            <pc:sldMk cId="419199898" sldId="267"/>
            <ac:spMk id="7" creationId="{CDD2A8C5-5C94-9444-38B5-C0CEE6F2E94F}"/>
          </ac:spMkLst>
        </pc:spChg>
        <pc:spChg chg="del mod">
          <ac:chgData name="Dona Ramona Arama" userId="e4aa02c9-e2fd-4efb-a2a7-d99c0fef86fe" providerId="ADAL" clId="{E82F1A68-28C2-47A9-8A79-3A51CEB21C87}" dt="2026-08-13T08:57:16.047" v="181"/>
          <ac:spMkLst>
            <pc:docMk/>
            <pc:sldMk cId="419199898" sldId="267"/>
            <ac:spMk id="9" creationId="{CF88872B-FFDA-C01E-E695-BDFFA11F256B}"/>
          </ac:spMkLst>
        </pc:spChg>
        <pc:spChg chg="del">
          <ac:chgData name="Dona Ramona Arama" userId="e4aa02c9-e2fd-4efb-a2a7-d99c0fef86fe" providerId="ADAL" clId="{E82F1A68-28C2-47A9-8A79-3A51CEB21C87}" dt="2026-08-13T08:57:16.041" v="179" actId="478"/>
          <ac:spMkLst>
            <pc:docMk/>
            <pc:sldMk cId="419199898" sldId="267"/>
            <ac:spMk id="10" creationId="{D7546816-66C3-9387-BD79-E6016A053260}"/>
          </ac:spMkLst>
        </pc:spChg>
        <pc:spChg chg="del">
          <ac:chgData name="Dona Ramona Arama" userId="e4aa02c9-e2fd-4efb-a2a7-d99c0fef86fe" providerId="ADAL" clId="{E82F1A68-28C2-47A9-8A79-3A51CEB21C87}" dt="2026-08-13T08:57:22.507" v="183" actId="478"/>
          <ac:spMkLst>
            <pc:docMk/>
            <pc:sldMk cId="419199898" sldId="267"/>
            <ac:spMk id="11" creationId="{B4CEB0C4-4063-49F1-4481-AF67E057AB8D}"/>
          </ac:spMkLst>
        </pc:spChg>
        <pc:spChg chg="del">
          <ac:chgData name="Dona Ramona Arama" userId="e4aa02c9-e2fd-4efb-a2a7-d99c0fef86fe" providerId="ADAL" clId="{E82F1A68-28C2-47A9-8A79-3A51CEB21C87}" dt="2026-08-13T08:57:20.375" v="182" actId="478"/>
          <ac:spMkLst>
            <pc:docMk/>
            <pc:sldMk cId="419199898" sldId="267"/>
            <ac:spMk id="13" creationId="{70390A5C-64B5-6921-5DA1-384601CEFFC0}"/>
          </ac:spMkLst>
        </pc:spChg>
        <pc:spChg chg="del">
          <ac:chgData name="Dona Ramona Arama" userId="e4aa02c9-e2fd-4efb-a2a7-d99c0fef86fe" providerId="ADAL" clId="{E82F1A68-28C2-47A9-8A79-3A51CEB21C87}" dt="2026-08-13T08:57:38.141" v="188" actId="478"/>
          <ac:spMkLst>
            <pc:docMk/>
            <pc:sldMk cId="419199898" sldId="267"/>
            <ac:spMk id="14" creationId="{070DD70E-EAE6-2952-E7F5-C62C452948F6}"/>
          </ac:spMkLst>
        </pc:spChg>
        <pc:spChg chg="add mod">
          <ac:chgData name="Dona Ramona Arama" userId="e4aa02c9-e2fd-4efb-a2a7-d99c0fef86fe" providerId="ADAL" clId="{E82F1A68-28C2-47A9-8A79-3A51CEB21C87}" dt="2026-08-13T09:41:14.821" v="930" actId="207"/>
          <ac:spMkLst>
            <pc:docMk/>
            <pc:sldMk cId="419199898" sldId="267"/>
            <ac:spMk id="20" creationId="{7BFA6DC7-0AA1-07F0-E44E-B121447DE517}"/>
          </ac:spMkLst>
        </pc:spChg>
        <pc:spChg chg="add del mod">
          <ac:chgData name="Dona Ramona Arama" userId="e4aa02c9-e2fd-4efb-a2a7-d99c0fef86fe" providerId="ADAL" clId="{E82F1A68-28C2-47A9-8A79-3A51CEB21C87}" dt="2026-08-13T09:30:41.647" v="817" actId="478"/>
          <ac:spMkLst>
            <pc:docMk/>
            <pc:sldMk cId="419199898" sldId="267"/>
            <ac:spMk id="22" creationId="{C3F86A53-C772-F8A3-3ED8-3995699099E8}"/>
          </ac:spMkLst>
        </pc:spChg>
        <pc:spChg chg="add mod">
          <ac:chgData name="Dona Ramona Arama" userId="e4aa02c9-e2fd-4efb-a2a7-d99c0fef86fe" providerId="ADAL" clId="{E82F1A68-28C2-47A9-8A79-3A51CEB21C87}" dt="2026-08-13T09:36:38.685" v="883" actId="207"/>
          <ac:spMkLst>
            <pc:docMk/>
            <pc:sldMk cId="419199898" sldId="267"/>
            <ac:spMk id="24" creationId="{D6265C2F-F246-30FE-CF52-5EDAC8E224AD}"/>
          </ac:spMkLst>
        </pc:spChg>
        <pc:spChg chg="add mod">
          <ac:chgData name="Dona Ramona Arama" userId="e4aa02c9-e2fd-4efb-a2a7-d99c0fef86fe" providerId="ADAL" clId="{E82F1A68-28C2-47A9-8A79-3A51CEB21C87}" dt="2026-08-13T09:36:42.227" v="884" actId="207"/>
          <ac:spMkLst>
            <pc:docMk/>
            <pc:sldMk cId="419199898" sldId="267"/>
            <ac:spMk id="26" creationId="{9C2532BB-B757-12A1-FF19-C8A74064CD71}"/>
          </ac:spMkLst>
        </pc:spChg>
        <pc:spChg chg="add">
          <ac:chgData name="Dona Ramona Arama" userId="e4aa02c9-e2fd-4efb-a2a7-d99c0fef86fe" providerId="ADAL" clId="{E82F1A68-28C2-47A9-8A79-3A51CEB21C87}" dt="2026-08-13T09:29:24.593" v="792" actId="22"/>
          <ac:spMkLst>
            <pc:docMk/>
            <pc:sldMk cId="419199898" sldId="267"/>
            <ac:spMk id="28" creationId="{4F8760F3-79B9-A7A9-6400-3247772980E0}"/>
          </ac:spMkLst>
        </pc:spChg>
        <pc:picChg chg="add mod">
          <ac:chgData name="Dona Ramona Arama" userId="e4aa02c9-e2fd-4efb-a2a7-d99c0fef86fe" providerId="ADAL" clId="{E82F1A68-28C2-47A9-8A79-3A51CEB21C87}" dt="2026-08-13T09:04:20.479" v="406" actId="1036"/>
          <ac:picMkLst>
            <pc:docMk/>
            <pc:sldMk cId="419199898" sldId="267"/>
            <ac:picMk id="16" creationId="{94685D3B-C93A-F165-7A2A-94B10EA89D0F}"/>
          </ac:picMkLst>
        </pc:picChg>
        <pc:picChg chg="add mod">
          <ac:chgData name="Dona Ramona Arama" userId="e4aa02c9-e2fd-4efb-a2a7-d99c0fef86fe" providerId="ADAL" clId="{E82F1A68-28C2-47A9-8A79-3A51CEB21C87}" dt="2026-08-13T09:04:48.579" v="459" actId="1038"/>
          <ac:picMkLst>
            <pc:docMk/>
            <pc:sldMk cId="419199898" sldId="267"/>
            <ac:picMk id="18" creationId="{0341BD95-46EC-BF7C-3EFA-4A4A79DE7677}"/>
          </ac:picMkLst>
        </pc:picChg>
        <pc:picChg chg="add mod">
          <ac:chgData name="Dona Ramona Arama" userId="e4aa02c9-e2fd-4efb-a2a7-d99c0fef86fe" providerId="ADAL" clId="{E82F1A68-28C2-47A9-8A79-3A51CEB21C87}" dt="2026-08-13T10:03:28.398" v="1081" actId="1076"/>
          <ac:picMkLst>
            <pc:docMk/>
            <pc:sldMk cId="419199898" sldId="267"/>
            <ac:picMk id="30" creationId="{317C0DC2-78E7-06BE-3BA4-AD8E23858BB3}"/>
          </ac:picMkLst>
        </pc:picChg>
        <pc:picChg chg="add mod">
          <ac:chgData name="Dona Ramona Arama" userId="e4aa02c9-e2fd-4efb-a2a7-d99c0fef86fe" providerId="ADAL" clId="{E82F1A68-28C2-47A9-8A79-3A51CEB21C87}" dt="2026-08-13T10:08:00.131" v="1144" actId="1076"/>
          <ac:picMkLst>
            <pc:docMk/>
            <pc:sldMk cId="419199898" sldId="267"/>
            <ac:picMk id="32" creationId="{22B55007-530E-EC45-B1EE-4A9ADAAA980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94C4B-AF6D-F726-CDEE-13DAB8AB2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621A7-2EEE-AB51-BBD2-74A538829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E5FC4-04AB-7F46-47F2-121DDFCE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E0E-F8AD-4584-8F57-242D39A16FB0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06A3F-6371-018B-3B68-D288F96E2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E3EC6-BD11-E350-93C6-4687B4EDB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280D-D756-4A2C-8C6A-230041BD0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08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7164B-A9A7-7E44-D61E-A21105FC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3CB91-A1C2-9255-93B9-89D595E5C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9A347-55D7-3E63-9268-E739BCD6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E0E-F8AD-4584-8F57-242D39A16FB0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DE55C-009B-4A53-E3D9-4862DF005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71E6C-109D-568B-3E02-58EE1CE4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280D-D756-4A2C-8C6A-230041BD0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47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2A43-9F2E-BB64-3DCA-AB87853A4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D9E23-8CED-02DD-7D12-3251B5BCF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5E495-1D9B-3664-3E27-39DDB4DB6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E0E-F8AD-4584-8F57-242D39A16FB0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FF99C-09AC-027F-942F-8EEF597D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AEDB7-C326-F791-AD37-2F2B2D39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280D-D756-4A2C-8C6A-230041BD0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02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5B8C-4961-CCD2-2486-51E9578B3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6028D-1C5A-E300-0B7A-1F410072B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99FD2-B73C-44AA-BB09-34609985A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DE1E5-F66F-B85B-491E-60CE21497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E0E-F8AD-4584-8F57-242D39A16FB0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ACBE2-7789-305D-34A7-9EF77B8ED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A8C63-1111-6A89-59BD-53CFB418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280D-D756-4A2C-8C6A-230041BD0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52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6731-9B8C-E2B6-B3DE-0ABBFAB4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852E8-B656-8F1A-309F-D97413642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0DCB-4983-AA90-3733-AF0D71BD8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9A980-D58D-1A34-3202-58C801C40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8CD7C7-AD15-FC87-7156-631FF4E8EB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0B8D7D-6319-4AB0-7F21-A5E7AD49D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E0E-F8AD-4584-8F57-242D39A16FB0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D5AAB-2596-20DA-640B-6FF4667C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146C21-8008-E2F6-E27C-12AD5A1B7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280D-D756-4A2C-8C6A-230041BD0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5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66B0D-3E9A-AD73-72BC-BCCCEA43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B8A00F-23B3-BFD2-48B7-D92FDD91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E0E-F8AD-4584-8F57-242D39A16FB0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FC188-7CA7-F3C3-3057-31291157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1DEF8-6050-3823-2BAA-7041BC4C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280D-D756-4A2C-8C6A-230041BD0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25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A681B-49BA-CCE0-8B46-DFC4F3557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E0E-F8AD-4584-8F57-242D39A16FB0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903AC4-3ECF-5A5F-3330-A59D1B95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BF3F7-8099-F100-8F3F-CFC34C38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280D-D756-4A2C-8C6A-230041BD0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20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8E5FA-54FE-7A1E-A36F-346F2D6D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1056B-971B-0007-DC94-839149FE5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A621C-7839-8119-6B09-9B95CA0B8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E79D5-FDE2-F226-9A46-47C0DC3F6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E0E-F8AD-4584-8F57-242D39A16FB0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18C07-C37E-E8BE-3F8C-4A8114CA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A574B-DE29-839C-5BCC-716E198E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280D-D756-4A2C-8C6A-230041BD0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2809F-46E5-01EB-9627-828C04157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93233-FFD2-9C0D-67AA-2EF57F12FF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57232-EE19-0F5C-1034-4BBC7E1F9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EC20E-8177-EA34-CD58-AB96E92F4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E0E-F8AD-4584-8F57-242D39A16FB0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5E853-0034-D4F3-88B1-4742282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08070-351C-BD63-475C-9E4E73A9B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280D-D756-4A2C-8C6A-230041BD0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77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3896-63F0-9D15-B4D0-EF8C26E3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3FB56-66C5-5E4B-5803-211A24D22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86827-1890-DBC2-EEC4-B269C91C6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E0E-F8AD-4584-8F57-242D39A16FB0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ACF0E-AA30-75CB-58C2-4615FD8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BC141-E377-5FC6-0ABE-F2C05300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280D-D756-4A2C-8C6A-230041BD0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33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C942A-FC59-78CF-D56F-B4CE6DFD8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AE6A6-066E-6464-80B3-27A79A6EA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FAB74-9035-871F-F005-74A22837C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E0E-F8AD-4584-8F57-242D39A16FB0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2EFC0-D8AA-40A2-2097-83DF369E9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9A507-0E18-D556-47AA-A1F6D5955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280D-D756-4A2C-8C6A-230041BD0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4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A8AB0-CCE8-3716-9813-733D3ECD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BBE7C-EC19-A7DE-CADF-CF15FA943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7B6A2-9A3D-0629-F620-D1C03CB993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BDE0E-F8AD-4584-8F57-242D39A16FB0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0E33E-03B1-E434-140C-F2263CA78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1CC2F-69FC-0579-24CF-B43315D36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7D280D-D756-4A2C-8C6A-230041BD0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4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9FA6F-9C5A-7732-B8EE-F7A6C385F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E35F19-AABC-24DD-A218-0D19B97AEA1A}"/>
              </a:ext>
            </a:extLst>
          </p:cNvPr>
          <p:cNvSpPr txBox="1"/>
          <p:nvPr/>
        </p:nvSpPr>
        <p:spPr>
          <a:xfrm>
            <a:off x="812800" y="1841500"/>
            <a:ext cx="7620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5000" b="1">
                <a:solidFill>
                  <a:srgbClr val="FFFFFF"/>
                </a:solidFill>
                <a:latin typeface="Aptos" panose="020B0004020202020204" pitchFamily="34" charset="0"/>
              </a:rPr>
              <a:t>NutriCoach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1CAFBC-2AEC-2B65-86A7-32533F0BBE66}"/>
              </a:ext>
            </a:extLst>
          </p:cNvPr>
          <p:cNvSpPr txBox="1"/>
          <p:nvPr/>
        </p:nvSpPr>
        <p:spPr>
          <a:xfrm>
            <a:off x="1112077" y="2845354"/>
            <a:ext cx="7493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Building an AI nutrition coach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D0A60-A70D-E922-A7E4-75D75334937F}"/>
              </a:ext>
            </a:extLst>
          </p:cNvPr>
          <p:cNvSpPr txBox="1"/>
          <p:nvPr/>
        </p:nvSpPr>
        <p:spPr>
          <a:xfrm>
            <a:off x="1137477" y="3532454"/>
            <a:ext cx="711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i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Plans, food logging, summaries, and resilient AI</a:t>
            </a:r>
          </a:p>
        </p:txBody>
      </p:sp>
      <p:pic>
        <p:nvPicPr>
          <p:cNvPr id="11" name="Picture 10" descr="Transparent food line art Images - Free Download on Magnific (formerly  Freepik)">
            <a:extLst>
              <a:ext uri="{FF2B5EF4-FFF2-40B4-BE49-F238E27FC236}">
                <a16:creationId xmlns:a16="http://schemas.microsoft.com/office/drawing/2014/main" id="{68E754D2-1469-20D3-15AC-1501EE35E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166" y="298174"/>
            <a:ext cx="3430665" cy="610262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419DB13-40EA-0CCE-C8D2-395C1CAD2214}"/>
              </a:ext>
            </a:extLst>
          </p:cNvPr>
          <p:cNvSpPr/>
          <p:nvPr/>
        </p:nvSpPr>
        <p:spPr>
          <a:xfrm>
            <a:off x="3315" y="3315"/>
            <a:ext cx="12192000" cy="101600"/>
          </a:xfrm>
          <a:prstGeom prst="rect">
            <a:avLst/>
          </a:prstGeom>
          <a:solidFill>
            <a:srgbClr val="54AC7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4AC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30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C31F4E-7A04-0392-35F3-BC0B9644E30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4AC7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4AC7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99B4E2-2EE4-D76D-7578-F3089BAF2396}"/>
              </a:ext>
            </a:extLst>
          </p:cNvPr>
          <p:cNvSpPr txBox="1"/>
          <p:nvPr/>
        </p:nvSpPr>
        <p:spPr>
          <a:xfrm>
            <a:off x="660400" y="381000"/>
            <a:ext cx="381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AE4A09-5CC5-83B0-B9A2-0AB67438ADF2}"/>
              </a:ext>
            </a:extLst>
          </p:cNvPr>
          <p:cNvSpPr txBox="1"/>
          <p:nvPr/>
        </p:nvSpPr>
        <p:spPr>
          <a:xfrm>
            <a:off x="660400" y="787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Executive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62BE8-857A-2496-8F36-B6BA61847418}"/>
              </a:ext>
            </a:extLst>
          </p:cNvPr>
          <p:cNvSpPr txBox="1"/>
          <p:nvPr/>
        </p:nvSpPr>
        <p:spPr>
          <a:xfrm>
            <a:off x="685800" y="1017106"/>
            <a:ext cx="1079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54AC78"/>
                </a:solidFill>
                <a:latin typeface="Aptos" panose="020B0004020202020204" pitchFamily="34" charset="0"/>
              </a:rPr>
              <a:t>The complete story in three ideas.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C7E927-8FB7-6EE8-6223-20BE8FD285E4}"/>
              </a:ext>
            </a:extLst>
          </p:cNvPr>
          <p:cNvSpPr/>
          <p:nvPr/>
        </p:nvSpPr>
        <p:spPr>
          <a:xfrm>
            <a:off x="685800" y="2222500"/>
            <a:ext cx="3429000" cy="3111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D9AE8-A510-D1F1-170A-E87B3036DE6D}"/>
              </a:ext>
            </a:extLst>
          </p:cNvPr>
          <p:cNvSpPr txBox="1"/>
          <p:nvPr/>
        </p:nvSpPr>
        <p:spPr>
          <a:xfrm>
            <a:off x="1016000" y="2501900"/>
            <a:ext cx="2768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PURPOSE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6CDC11-868D-50FD-C739-1EACAEEE9415}"/>
              </a:ext>
            </a:extLst>
          </p:cNvPr>
          <p:cNvSpPr txBox="1"/>
          <p:nvPr/>
        </p:nvSpPr>
        <p:spPr>
          <a:xfrm>
            <a:off x="1016000" y="3111500"/>
            <a:ext cx="27686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Personal meal plans</a:t>
            </a: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with practical food logging.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42F890D-E393-AA1C-988D-EEB619D2D4DE}"/>
              </a:ext>
            </a:extLst>
          </p:cNvPr>
          <p:cNvSpPr/>
          <p:nvPr/>
        </p:nvSpPr>
        <p:spPr>
          <a:xfrm>
            <a:off x="4381500" y="2222500"/>
            <a:ext cx="3429000" cy="3111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83B1D-599C-3372-00D9-03A9D183F930}"/>
              </a:ext>
            </a:extLst>
          </p:cNvPr>
          <p:cNvSpPr txBox="1"/>
          <p:nvPr/>
        </p:nvSpPr>
        <p:spPr>
          <a:xfrm>
            <a:off x="4711700" y="2501900"/>
            <a:ext cx="2768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BUILD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18BF13-4264-754E-A593-B38CE139E9FF}"/>
              </a:ext>
            </a:extLst>
          </p:cNvPr>
          <p:cNvSpPr txBox="1"/>
          <p:nvPr/>
        </p:nvSpPr>
        <p:spPr>
          <a:xfrm>
            <a:off x="4711700" y="3111500"/>
            <a:ext cx="27686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Flask + SQLite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Gemini + local-first data.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3EBCCB1-BBDA-9ABE-5762-F2807994C0C1}"/>
              </a:ext>
            </a:extLst>
          </p:cNvPr>
          <p:cNvSpPr/>
          <p:nvPr/>
        </p:nvSpPr>
        <p:spPr>
          <a:xfrm>
            <a:off x="8077200" y="2222500"/>
            <a:ext cx="3429000" cy="3111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034F6A-1191-2064-8C48-A895974C2F81}"/>
              </a:ext>
            </a:extLst>
          </p:cNvPr>
          <p:cNvSpPr txBox="1"/>
          <p:nvPr/>
        </p:nvSpPr>
        <p:spPr>
          <a:xfrm>
            <a:off x="8407400" y="2501900"/>
            <a:ext cx="2768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RESULT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CDE92C-D9EB-72AD-7D38-A2235CD0A559}"/>
              </a:ext>
            </a:extLst>
          </p:cNvPr>
          <p:cNvSpPr txBox="1"/>
          <p:nvPr/>
        </p:nvSpPr>
        <p:spPr>
          <a:xfrm>
            <a:off x="8407400" y="3111500"/>
            <a:ext cx="27686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Useful summaries</a:t>
            </a: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even when AI is unavailable.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67991D2-A302-EAF0-115D-D7D9DD16A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859" y="4426308"/>
            <a:ext cx="3081193" cy="237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980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391B16-9ACA-ACB1-7E40-B59577E4CA9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4AC7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4AC7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90042-CDBD-94D9-DA92-C8928709B996}"/>
              </a:ext>
            </a:extLst>
          </p:cNvPr>
          <p:cNvSpPr txBox="1"/>
          <p:nvPr/>
        </p:nvSpPr>
        <p:spPr>
          <a:xfrm>
            <a:off x="660400" y="430695"/>
            <a:ext cx="381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PRODUCT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653031-812E-2281-1FA1-4CFE19B490D2}"/>
              </a:ext>
            </a:extLst>
          </p:cNvPr>
          <p:cNvSpPr txBox="1"/>
          <p:nvPr/>
        </p:nvSpPr>
        <p:spPr>
          <a:xfrm>
            <a:off x="660400" y="787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ptos" panose="020B0004020202020204" pitchFamily="34" charset="0"/>
              </a:rPr>
              <a:t>What the app does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31AD1B-CD75-6201-E777-4FA621D8F79D}"/>
              </a:ext>
            </a:extLst>
          </p:cNvPr>
          <p:cNvSpPr txBox="1"/>
          <p:nvPr/>
        </p:nvSpPr>
        <p:spPr>
          <a:xfrm>
            <a:off x="685800" y="1046918"/>
            <a:ext cx="1079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54AC78"/>
                </a:solidFill>
                <a:latin typeface="Aptos" panose="020B0004020202020204" pitchFamily="34" charset="0"/>
              </a:rPr>
              <a:t>A simple loop for everyday nutrition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BBD321-633C-A391-11B1-44C39ACDF901}"/>
              </a:ext>
            </a:extLst>
          </p:cNvPr>
          <p:cNvSpPr/>
          <p:nvPr/>
        </p:nvSpPr>
        <p:spPr>
          <a:xfrm>
            <a:off x="685800" y="2095500"/>
            <a:ext cx="5143500" cy="3619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E1B090-C596-AC85-2ABF-D661DFAD1549}"/>
              </a:ext>
            </a:extLst>
          </p:cNvPr>
          <p:cNvSpPr txBox="1"/>
          <p:nvPr/>
        </p:nvSpPr>
        <p:spPr>
          <a:xfrm>
            <a:off x="1016000" y="2374900"/>
            <a:ext cx="4483100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6F65B2-6208-E90B-9C07-05CA6646720C}"/>
              </a:ext>
            </a:extLst>
          </p:cNvPr>
          <p:cNvSpPr txBox="1"/>
          <p:nvPr/>
        </p:nvSpPr>
        <p:spPr>
          <a:xfrm>
            <a:off x="1016000" y="2984500"/>
            <a:ext cx="4483100" cy="21544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Profile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Goals and restrictions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Recent progress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Actual food eaten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90F29E-377E-CAD7-DE1D-B30F49ABDF04}"/>
              </a:ext>
            </a:extLst>
          </p:cNvPr>
          <p:cNvSpPr/>
          <p:nvPr/>
        </p:nvSpPr>
        <p:spPr>
          <a:xfrm>
            <a:off x="6350000" y="2095500"/>
            <a:ext cx="5143500" cy="3619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187CC5-65A3-B594-CC0A-B7BCCD04FBBF}"/>
              </a:ext>
            </a:extLst>
          </p:cNvPr>
          <p:cNvSpPr txBox="1"/>
          <p:nvPr/>
        </p:nvSpPr>
        <p:spPr>
          <a:xfrm>
            <a:off x="6680200" y="2374900"/>
            <a:ext cx="44831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OUTPUT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60E87C-7EBE-564D-B230-002144186509}"/>
              </a:ext>
            </a:extLst>
          </p:cNvPr>
          <p:cNvSpPr txBox="1"/>
          <p:nvPr/>
        </p:nvSpPr>
        <p:spPr>
          <a:xfrm>
            <a:off x="6680200" y="2984500"/>
            <a:ext cx="44831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Four-meal daily plan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Nutrition estimates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Daily, weekly, monthly summaries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0BD615-7CF6-BDEE-5651-E8EA32F65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183" y="4809038"/>
            <a:ext cx="3528322" cy="20040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9043FB-4036-D9CC-5BDF-359195B6C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634" y="3560564"/>
            <a:ext cx="1832963" cy="21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843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7E10E3-BF34-7D20-BE38-C91621244A65}"/>
              </a:ext>
            </a:extLst>
          </p:cNvPr>
          <p:cNvSpPr txBox="1"/>
          <p:nvPr/>
        </p:nvSpPr>
        <p:spPr>
          <a:xfrm>
            <a:off x="660400" y="381000"/>
            <a:ext cx="381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BUILD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5020C-05D1-7782-3952-3EFA258E2E5E}"/>
              </a:ext>
            </a:extLst>
          </p:cNvPr>
          <p:cNvSpPr txBox="1"/>
          <p:nvPr/>
        </p:nvSpPr>
        <p:spPr>
          <a:xfrm>
            <a:off x="660400" y="787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Technology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2D30E-4145-4FDA-8A36-B184D3C741CA}"/>
              </a:ext>
            </a:extLst>
          </p:cNvPr>
          <p:cNvSpPr txBox="1"/>
          <p:nvPr/>
        </p:nvSpPr>
        <p:spPr>
          <a:xfrm>
            <a:off x="685800" y="1017108"/>
            <a:ext cx="1079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54AC78"/>
                </a:solidFill>
                <a:latin typeface="Aptos" panose="020B0004020202020204" pitchFamily="34" charset="0"/>
              </a:rPr>
              <a:t>Small components with clear responsibilities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D48766-EAFC-0C91-FEAC-0BEDD1002775}"/>
              </a:ext>
            </a:extLst>
          </p:cNvPr>
          <p:cNvSpPr/>
          <p:nvPr/>
        </p:nvSpPr>
        <p:spPr>
          <a:xfrm>
            <a:off x="685800" y="2095500"/>
            <a:ext cx="3429000" cy="3619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9BDC99-0A54-7A64-3F41-5FB0FBDC0041}"/>
              </a:ext>
            </a:extLst>
          </p:cNvPr>
          <p:cNvSpPr txBox="1"/>
          <p:nvPr/>
        </p:nvSpPr>
        <p:spPr>
          <a:xfrm>
            <a:off x="1016000" y="2374900"/>
            <a:ext cx="2768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APP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83F26E-F290-0A34-6822-36BFBD9010C1}"/>
              </a:ext>
            </a:extLst>
          </p:cNvPr>
          <p:cNvSpPr txBox="1"/>
          <p:nvPr/>
        </p:nvSpPr>
        <p:spPr>
          <a:xfrm>
            <a:off x="1016000" y="2984500"/>
            <a:ext cx="27686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Python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Flask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Jinja templates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EBF119-793E-B688-D414-0AC51A5947B6}"/>
              </a:ext>
            </a:extLst>
          </p:cNvPr>
          <p:cNvSpPr/>
          <p:nvPr/>
        </p:nvSpPr>
        <p:spPr>
          <a:xfrm>
            <a:off x="4381500" y="2095500"/>
            <a:ext cx="3429000" cy="3619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A7D9C4-AE6B-0E17-2B4A-D7F70F426D02}"/>
              </a:ext>
            </a:extLst>
          </p:cNvPr>
          <p:cNvSpPr txBox="1"/>
          <p:nvPr/>
        </p:nvSpPr>
        <p:spPr>
          <a:xfrm>
            <a:off x="4711700" y="2374900"/>
            <a:ext cx="2768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0E0403-A84B-D59E-744A-D0C99B8F96E2}"/>
              </a:ext>
            </a:extLst>
          </p:cNvPr>
          <p:cNvSpPr txBox="1"/>
          <p:nvPr/>
        </p:nvSpPr>
        <p:spPr>
          <a:xfrm>
            <a:off x="4711700" y="2984500"/>
            <a:ext cx="27686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SQLite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Local profile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Meal and weight history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58359A-CDC2-4375-10F1-B2EF9139FB17}"/>
              </a:ext>
            </a:extLst>
          </p:cNvPr>
          <p:cNvSpPr/>
          <p:nvPr/>
        </p:nvSpPr>
        <p:spPr>
          <a:xfrm>
            <a:off x="8077200" y="2095500"/>
            <a:ext cx="3429000" cy="3619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183B80-CC1E-7580-62BA-09569CD4DF93}"/>
              </a:ext>
            </a:extLst>
          </p:cNvPr>
          <p:cNvSpPr txBox="1"/>
          <p:nvPr/>
        </p:nvSpPr>
        <p:spPr>
          <a:xfrm>
            <a:off x="8407400" y="2374900"/>
            <a:ext cx="2768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AI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0BC25B-C20E-E772-0532-B4D7CB4E8D10}"/>
              </a:ext>
            </a:extLst>
          </p:cNvPr>
          <p:cNvSpPr txBox="1"/>
          <p:nvPr/>
        </p:nvSpPr>
        <p:spPr>
          <a:xfrm>
            <a:off x="8407400" y="2984500"/>
            <a:ext cx="27686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Gemini REST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JSON Schema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Google Search grounding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A338E9-FB10-9469-EA47-1FC63F8034F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4AC7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4AC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859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7689E-F3C8-191D-0539-09484ABDF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240A2A-EF37-CF40-F4D9-408A6FD8C954}"/>
              </a:ext>
            </a:extLst>
          </p:cNvPr>
          <p:cNvSpPr txBox="1"/>
          <p:nvPr/>
        </p:nvSpPr>
        <p:spPr>
          <a:xfrm>
            <a:off x="660400" y="381000"/>
            <a:ext cx="381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AI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991EE-011A-532A-F31C-201F51F37A9F}"/>
              </a:ext>
            </a:extLst>
          </p:cNvPr>
          <p:cNvSpPr txBox="1"/>
          <p:nvPr/>
        </p:nvSpPr>
        <p:spPr>
          <a:xfrm>
            <a:off x="660400" y="787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How Gemini is used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7A792-B987-843E-9DD5-AC6B20759786}"/>
              </a:ext>
            </a:extLst>
          </p:cNvPr>
          <p:cNvSpPr txBox="1"/>
          <p:nvPr/>
        </p:nvSpPr>
        <p:spPr>
          <a:xfrm>
            <a:off x="1016000" y="2374900"/>
            <a:ext cx="44831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DAILY PLAN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7F5916-EDCE-610C-75BB-AA3BB5E76633}"/>
              </a:ext>
            </a:extLst>
          </p:cNvPr>
          <p:cNvSpPr txBox="1"/>
          <p:nvPr/>
        </p:nvSpPr>
        <p:spPr>
          <a:xfrm>
            <a:off x="6680200" y="2374900"/>
            <a:ext cx="44831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FREE-TEXT FOOD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685D3B-C93A-F165-7A2A-94B10EA89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941058"/>
            <a:ext cx="7999383" cy="20123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341BD95-46EC-BF7C-3EFA-4A4A79DE7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556" y="2548875"/>
            <a:ext cx="4718879" cy="4229652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BFA6DC7-0AA1-07F0-E44E-B121447DE517}"/>
              </a:ext>
            </a:extLst>
          </p:cNvPr>
          <p:cNvSpPr/>
          <p:nvPr/>
        </p:nvSpPr>
        <p:spPr>
          <a:xfrm>
            <a:off x="695739" y="3626131"/>
            <a:ext cx="5143500" cy="233734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265C2F-F246-30FE-CF52-5EDAC8E224AD}"/>
              </a:ext>
            </a:extLst>
          </p:cNvPr>
          <p:cNvSpPr txBox="1"/>
          <p:nvPr/>
        </p:nvSpPr>
        <p:spPr>
          <a:xfrm>
            <a:off x="1025939" y="3905531"/>
            <a:ext cx="44831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DAILY PLAN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2532BB-B757-12A1-FF19-C8A74064CD71}"/>
              </a:ext>
            </a:extLst>
          </p:cNvPr>
          <p:cNvSpPr txBox="1"/>
          <p:nvPr/>
        </p:nvSpPr>
        <p:spPr>
          <a:xfrm>
            <a:off x="1025939" y="4515131"/>
            <a:ext cx="44831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Profile + targets + restrictions</a:t>
            </a: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→ four meals</a:t>
            </a: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→ coach note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8760F3-79B9-A7A9-6400-3247772980E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4AC7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4AC78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17C0DC2-78E7-06BE-3BA4-AD8E23858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750" y="770023"/>
            <a:ext cx="2979905" cy="151788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2B55007-530E-EC45-B1EE-4A9ADAAA9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110" y="4663701"/>
            <a:ext cx="2467857" cy="163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99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C9A239-F6C0-813E-2A5D-5426DA50DABD}"/>
              </a:ext>
            </a:extLst>
          </p:cNvPr>
          <p:cNvSpPr txBox="1"/>
          <p:nvPr/>
        </p:nvSpPr>
        <p:spPr>
          <a:xfrm>
            <a:off x="660400" y="381000"/>
            <a:ext cx="381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AI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E42D48-F028-A8F1-86D5-F9DF1FD34691}"/>
              </a:ext>
            </a:extLst>
          </p:cNvPr>
          <p:cNvSpPr txBox="1"/>
          <p:nvPr/>
        </p:nvSpPr>
        <p:spPr>
          <a:xfrm>
            <a:off x="660400" y="787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How Gemini is used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46AE10-BD9F-FC19-D79E-9178F3121F65}"/>
              </a:ext>
            </a:extLst>
          </p:cNvPr>
          <p:cNvSpPr/>
          <p:nvPr/>
        </p:nvSpPr>
        <p:spPr>
          <a:xfrm>
            <a:off x="356719" y="1012135"/>
            <a:ext cx="4195404" cy="22141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9E4A3E-7227-0F0F-78F9-77907E08E42C}"/>
              </a:ext>
            </a:extLst>
          </p:cNvPr>
          <p:cNvSpPr txBox="1"/>
          <p:nvPr/>
        </p:nvSpPr>
        <p:spPr>
          <a:xfrm>
            <a:off x="746553" y="1341232"/>
            <a:ext cx="44831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FREE-TEXT FOOD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2A3E08-7F6A-AC8D-8B88-76F6E3D86E42}"/>
              </a:ext>
            </a:extLst>
          </p:cNvPr>
          <p:cNvSpPr txBox="1"/>
          <p:nvPr/>
        </p:nvSpPr>
        <p:spPr>
          <a:xfrm>
            <a:off x="746553" y="1930954"/>
            <a:ext cx="44831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User description</a:t>
            </a: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→ product lookup</a:t>
            </a: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→ nutrition estimate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9C9D90-0745-C0DC-3AE2-927C7D9D3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96" y="3364942"/>
            <a:ext cx="3810000" cy="34099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118ED4C-931B-E9FD-8ADC-037B682E3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804" y="676774"/>
            <a:ext cx="7143752" cy="609808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FD38C02-EB2D-D9F2-B4E0-1E6C454E663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4AC7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4AC78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7B03389-B7A9-2391-0D9B-B8A81E8A7C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399" y="1484864"/>
            <a:ext cx="1980128" cy="171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030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80872C-9AE2-8263-6A67-6649CC83FAC5}"/>
              </a:ext>
            </a:extLst>
          </p:cNvPr>
          <p:cNvSpPr txBox="1"/>
          <p:nvPr/>
        </p:nvSpPr>
        <p:spPr>
          <a:xfrm>
            <a:off x="660400" y="381000"/>
            <a:ext cx="381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ITERATION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3FC1B-9EDB-2BD6-F2DB-85150B787922}"/>
              </a:ext>
            </a:extLst>
          </p:cNvPr>
          <p:cNvSpPr txBox="1"/>
          <p:nvPr/>
        </p:nvSpPr>
        <p:spPr>
          <a:xfrm>
            <a:off x="660400" y="787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Main issues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736FCE-94C9-45CC-C4FE-DE14998118AE}"/>
              </a:ext>
            </a:extLst>
          </p:cNvPr>
          <p:cNvSpPr txBox="1"/>
          <p:nvPr/>
        </p:nvSpPr>
        <p:spPr>
          <a:xfrm>
            <a:off x="685800" y="947530"/>
            <a:ext cx="1079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54AC78"/>
                </a:solidFill>
                <a:latin typeface="Aptos" panose="020B0004020202020204" pitchFamily="34" charset="0"/>
              </a:rPr>
              <a:t>The problems that shaped the solution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CF944F-830C-376A-96B8-C79FAB5D4F28}"/>
              </a:ext>
            </a:extLst>
          </p:cNvPr>
          <p:cNvSpPr/>
          <p:nvPr/>
        </p:nvSpPr>
        <p:spPr>
          <a:xfrm>
            <a:off x="685800" y="2095500"/>
            <a:ext cx="5143500" cy="3619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9E36CA-E5C8-D2D9-E945-D46E29FABD0E}"/>
              </a:ext>
            </a:extLst>
          </p:cNvPr>
          <p:cNvSpPr txBox="1"/>
          <p:nvPr/>
        </p:nvSpPr>
        <p:spPr>
          <a:xfrm>
            <a:off x="1016000" y="2374900"/>
            <a:ext cx="44831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AI INTEGRATION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E2D39A-0EF7-9139-C00E-7429C22E03B6}"/>
              </a:ext>
            </a:extLst>
          </p:cNvPr>
          <p:cNvSpPr txBox="1"/>
          <p:nvPr/>
        </p:nvSpPr>
        <p:spPr>
          <a:xfrm>
            <a:off x="1016000" y="2984500"/>
            <a:ext cx="4483100" cy="24622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OpenAI to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Ollama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 to Gemini migration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Missing environment variables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Model unavailable to new users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Unsupported JSON Schema fields</a:t>
            </a:r>
          </a:p>
          <a:p>
            <a:endParaRPr lang="en-US" sz="2000" dirty="0">
              <a:solidFill>
                <a:srgbClr val="EFE3D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BDCA5E-9864-B800-F037-01E0126EC731}"/>
              </a:ext>
            </a:extLst>
          </p:cNvPr>
          <p:cNvSpPr/>
          <p:nvPr/>
        </p:nvSpPr>
        <p:spPr>
          <a:xfrm>
            <a:off x="6350000" y="2095500"/>
            <a:ext cx="5143500" cy="3619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2A0C35-BD8D-FA71-A3DF-ADDA44B551F3}"/>
              </a:ext>
            </a:extLst>
          </p:cNvPr>
          <p:cNvSpPr txBox="1"/>
          <p:nvPr/>
        </p:nvSpPr>
        <p:spPr>
          <a:xfrm>
            <a:off x="6680200" y="2374900"/>
            <a:ext cx="44831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APP BEHAVIOR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09A24C-D727-4DD3-685C-7D8844661E63}"/>
              </a:ext>
            </a:extLst>
          </p:cNvPr>
          <p:cNvSpPr txBox="1"/>
          <p:nvPr/>
        </p:nvSpPr>
        <p:spPr>
          <a:xfrm>
            <a:off x="6680200" y="2984500"/>
            <a:ext cx="4483100" cy="21544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Old coach note after profile update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Remove button used the wrong ID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Summary needed multiple time ranges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Gemini Search returned HTTP 429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D70884-5D4F-26DD-BC40-3F7A42E7DE7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4AC7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4AC78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027E9D-5CFD-1019-A207-1E223120B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7977" y="5254279"/>
            <a:ext cx="2200866" cy="149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70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FFBBF4-CA09-8F31-38AE-0CB80407AF24}"/>
              </a:ext>
            </a:extLst>
          </p:cNvPr>
          <p:cNvSpPr txBox="1"/>
          <p:nvPr/>
        </p:nvSpPr>
        <p:spPr>
          <a:xfrm>
            <a:off x="660400" y="381000"/>
            <a:ext cx="381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RESILIENCE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0B9B8E-836F-6C05-6CDA-292EB56337C7}"/>
              </a:ext>
            </a:extLst>
          </p:cNvPr>
          <p:cNvSpPr txBox="1"/>
          <p:nvPr/>
        </p:nvSpPr>
        <p:spPr>
          <a:xfrm>
            <a:off x="660400" y="787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How we fixed them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F62CD-09C8-F94B-6381-EEF1143DD9B4}"/>
              </a:ext>
            </a:extLst>
          </p:cNvPr>
          <p:cNvSpPr txBox="1"/>
          <p:nvPr/>
        </p:nvSpPr>
        <p:spPr>
          <a:xfrm>
            <a:off x="685800" y="997227"/>
            <a:ext cx="1079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54AC78"/>
                </a:solidFill>
                <a:latin typeface="Aptos" panose="020B0004020202020204" pitchFamily="34" charset="0"/>
              </a:rPr>
              <a:t>Errors became product improvements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CEFAB7-003F-6BE0-EDFE-28A1F0FFD7A7}"/>
              </a:ext>
            </a:extLst>
          </p:cNvPr>
          <p:cNvSpPr/>
          <p:nvPr/>
        </p:nvSpPr>
        <p:spPr>
          <a:xfrm>
            <a:off x="685800" y="1968500"/>
            <a:ext cx="3429000" cy="3873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06738C-4E1A-D045-3220-EB09415D7E90}"/>
              </a:ext>
            </a:extLst>
          </p:cNvPr>
          <p:cNvSpPr txBox="1"/>
          <p:nvPr/>
        </p:nvSpPr>
        <p:spPr>
          <a:xfrm>
            <a:off x="1016000" y="2247900"/>
            <a:ext cx="2768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CONFIGURATION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C08222-2D7E-3FD5-E608-2F2814342927}"/>
              </a:ext>
            </a:extLst>
          </p:cNvPr>
          <p:cNvSpPr txBox="1"/>
          <p:nvPr/>
        </p:nvSpPr>
        <p:spPr>
          <a:xfrm>
            <a:off x="1016000" y="2857500"/>
            <a:ext cx="27686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Gemini REST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Configurable model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Automatic .env loading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836688-7EE2-3B2F-0DB2-F1A68C997031}"/>
              </a:ext>
            </a:extLst>
          </p:cNvPr>
          <p:cNvSpPr/>
          <p:nvPr/>
        </p:nvSpPr>
        <p:spPr>
          <a:xfrm>
            <a:off x="4381500" y="1968500"/>
            <a:ext cx="3429000" cy="3873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C39092-BC7E-FAB5-4A26-8DFEA12CE2AB}"/>
              </a:ext>
            </a:extLst>
          </p:cNvPr>
          <p:cNvSpPr txBox="1"/>
          <p:nvPr/>
        </p:nvSpPr>
        <p:spPr>
          <a:xfrm>
            <a:off x="4711700" y="2247900"/>
            <a:ext cx="2768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DATA AND STATE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658A34-BD4B-E5FF-AABA-EC8906FFEC97}"/>
              </a:ext>
            </a:extLst>
          </p:cNvPr>
          <p:cNvSpPr txBox="1"/>
          <p:nvPr/>
        </p:nvSpPr>
        <p:spPr>
          <a:xfrm>
            <a:off x="4711700" y="2857500"/>
            <a:ext cx="27686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Clear old plans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Use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log_id</a:t>
            </a:r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Local SQLite history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EFECA2C-F789-68C5-162E-7A01461B8335}"/>
              </a:ext>
            </a:extLst>
          </p:cNvPr>
          <p:cNvSpPr/>
          <p:nvPr/>
        </p:nvSpPr>
        <p:spPr>
          <a:xfrm>
            <a:off x="8077200" y="1968500"/>
            <a:ext cx="3429000" cy="3873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8798C3-312A-22CC-135B-DEEB45F78782}"/>
              </a:ext>
            </a:extLst>
          </p:cNvPr>
          <p:cNvSpPr txBox="1"/>
          <p:nvPr/>
        </p:nvSpPr>
        <p:spPr>
          <a:xfrm>
            <a:off x="8407400" y="2247900"/>
            <a:ext cx="2768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FAIL-SAFE AI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38E9C5-DC34-7152-0D18-A57DAC079EAD}"/>
              </a:ext>
            </a:extLst>
          </p:cNvPr>
          <p:cNvSpPr txBox="1"/>
          <p:nvPr/>
        </p:nvSpPr>
        <p:spPr>
          <a:xfrm>
            <a:off x="8407400" y="2857500"/>
            <a:ext cx="2768600" cy="18466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Structured JSON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Search grounding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Fallback values on failure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C762F0-E3B0-36B5-8AF9-67A7106B91C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4AC7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4AC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983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617AE5-F528-E5EB-47B9-71D882F4823F}"/>
              </a:ext>
            </a:extLst>
          </p:cNvPr>
          <p:cNvSpPr txBox="1"/>
          <p:nvPr/>
        </p:nvSpPr>
        <p:spPr>
          <a:xfrm>
            <a:off x="660400" y="381000"/>
            <a:ext cx="381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TRUST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A56074-B9B3-4C24-58D9-FECC0E49C637}"/>
              </a:ext>
            </a:extLst>
          </p:cNvPr>
          <p:cNvSpPr txBox="1"/>
          <p:nvPr/>
        </p:nvSpPr>
        <p:spPr>
          <a:xfrm>
            <a:off x="660400" y="787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Privacy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172C9-BF42-8091-81DA-627458434F6F}"/>
              </a:ext>
            </a:extLst>
          </p:cNvPr>
          <p:cNvSpPr txBox="1"/>
          <p:nvPr/>
        </p:nvSpPr>
        <p:spPr>
          <a:xfrm>
            <a:off x="685800" y="957470"/>
            <a:ext cx="1079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54AC78"/>
                </a:solidFill>
                <a:latin typeface="Aptos" panose="020B0004020202020204" pitchFamily="34" charset="0"/>
              </a:rPr>
              <a:t>What stays local and what is sent to Gemini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560DFA-FD5F-EE86-2C6E-C9E5ADFB6EE2}"/>
              </a:ext>
            </a:extLst>
          </p:cNvPr>
          <p:cNvSpPr/>
          <p:nvPr/>
        </p:nvSpPr>
        <p:spPr>
          <a:xfrm>
            <a:off x="685800" y="2095500"/>
            <a:ext cx="5143500" cy="3619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F209AD-CDCF-5137-BB75-287BEF9321A7}"/>
              </a:ext>
            </a:extLst>
          </p:cNvPr>
          <p:cNvSpPr txBox="1"/>
          <p:nvPr/>
        </p:nvSpPr>
        <p:spPr>
          <a:xfrm>
            <a:off x="1016000" y="2374900"/>
            <a:ext cx="44831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LOCAL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CCF04-3CB3-0962-FE55-CA56AD7A9BD1}"/>
              </a:ext>
            </a:extLst>
          </p:cNvPr>
          <p:cNvSpPr txBox="1"/>
          <p:nvPr/>
        </p:nvSpPr>
        <p:spPr>
          <a:xfrm>
            <a:off x="1016000" y="2984500"/>
            <a:ext cx="4483100" cy="21544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Profile and preferences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Logged meals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Plans and weight history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Local database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6473DB-1DCE-8DF2-A29F-985E7BDE0E77}"/>
              </a:ext>
            </a:extLst>
          </p:cNvPr>
          <p:cNvSpPr/>
          <p:nvPr/>
        </p:nvSpPr>
        <p:spPr>
          <a:xfrm>
            <a:off x="6350000" y="2095500"/>
            <a:ext cx="5143500" cy="3619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ABF646-6895-75A7-12DB-CD087A6EB4AB}"/>
              </a:ext>
            </a:extLst>
          </p:cNvPr>
          <p:cNvSpPr txBox="1"/>
          <p:nvPr/>
        </p:nvSpPr>
        <p:spPr>
          <a:xfrm>
            <a:off x="6680200" y="2374900"/>
            <a:ext cx="44831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API REQUEST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703953-AB9E-BBC6-964D-C060C1CD0C92}"/>
              </a:ext>
            </a:extLst>
          </p:cNvPr>
          <p:cNvSpPr txBox="1"/>
          <p:nvPr/>
        </p:nvSpPr>
        <p:spPr>
          <a:xfrm>
            <a:off x="6680200" y="2984500"/>
            <a:ext cx="44831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Only generation inputs are sent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The key stays in .env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Database and secrets stay out of Git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C87668-B77E-2B47-50F8-1590B1863D8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4AC7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4AC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657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095613-BF3E-6A25-C00F-5A008181A4C4}"/>
              </a:ext>
            </a:extLst>
          </p:cNvPr>
          <p:cNvSpPr txBox="1"/>
          <p:nvPr/>
        </p:nvSpPr>
        <p:spPr>
          <a:xfrm>
            <a:off x="660400" y="381000"/>
            <a:ext cx="381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CBCD1-0681-0A95-2108-FBBF71742F2C}"/>
              </a:ext>
            </a:extLst>
          </p:cNvPr>
          <p:cNvSpPr txBox="1"/>
          <p:nvPr/>
        </p:nvSpPr>
        <p:spPr>
          <a:xfrm>
            <a:off x="660400" y="787400"/>
            <a:ext cx="1079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ptos" panose="020B0004020202020204" pitchFamily="34" charset="0"/>
              </a:rPr>
              <a:t>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D9514-7A8A-CB84-EBA0-C34FFA048B87}"/>
              </a:ext>
            </a:extLst>
          </p:cNvPr>
          <p:cNvSpPr txBox="1"/>
          <p:nvPr/>
        </p:nvSpPr>
        <p:spPr>
          <a:xfrm>
            <a:off x="685800" y="987287"/>
            <a:ext cx="1079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54AC78"/>
                </a:solidFill>
                <a:latin typeface="Aptos" panose="020B0004020202020204" pitchFamily="34" charset="0"/>
              </a:rPr>
              <a:t>From MVP to a more accurate product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01E915-E8C9-60D1-8B61-F6C2AF5F0404}"/>
              </a:ext>
            </a:extLst>
          </p:cNvPr>
          <p:cNvSpPr/>
          <p:nvPr/>
        </p:nvSpPr>
        <p:spPr>
          <a:xfrm>
            <a:off x="685800" y="1968500"/>
            <a:ext cx="3429000" cy="3873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C246F-EB50-6EB2-9948-93287661D106}"/>
              </a:ext>
            </a:extLst>
          </p:cNvPr>
          <p:cNvSpPr txBox="1"/>
          <p:nvPr/>
        </p:nvSpPr>
        <p:spPr>
          <a:xfrm>
            <a:off x="1016000" y="2247900"/>
            <a:ext cx="2768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ACCURACY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AD3761-6A72-D41F-2F09-E99364914F70}"/>
              </a:ext>
            </a:extLst>
          </p:cNvPr>
          <p:cNvSpPr txBox="1"/>
          <p:nvPr/>
        </p:nvSpPr>
        <p:spPr>
          <a:xfrm>
            <a:off x="1016000" y="2857500"/>
            <a:ext cx="2768600" cy="18466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Trusted nutrition database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Verified product labels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Source tracking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00E884-CB46-08FA-FF1D-0992572CC2F5}"/>
              </a:ext>
            </a:extLst>
          </p:cNvPr>
          <p:cNvSpPr/>
          <p:nvPr/>
        </p:nvSpPr>
        <p:spPr>
          <a:xfrm>
            <a:off x="4381500" y="1968500"/>
            <a:ext cx="3429000" cy="3873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CC969B-6FC9-ADA6-C97B-8B9CE8540BE5}"/>
              </a:ext>
            </a:extLst>
          </p:cNvPr>
          <p:cNvSpPr txBox="1"/>
          <p:nvPr/>
        </p:nvSpPr>
        <p:spPr>
          <a:xfrm>
            <a:off x="4711700" y="2247900"/>
            <a:ext cx="2768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EXPERIENCE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780CCC-3F64-7C0F-8851-0E289D84AD8D}"/>
              </a:ext>
            </a:extLst>
          </p:cNvPr>
          <p:cNvSpPr txBox="1"/>
          <p:nvPr/>
        </p:nvSpPr>
        <p:spPr>
          <a:xfrm>
            <a:off x="4711700" y="2857500"/>
            <a:ext cx="27686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Charts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Exports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B549ED-091C-6F27-32B6-2FC9C1E2D61C}"/>
              </a:ext>
            </a:extLst>
          </p:cNvPr>
          <p:cNvSpPr/>
          <p:nvPr/>
        </p:nvSpPr>
        <p:spPr>
          <a:xfrm>
            <a:off x="8077200" y="1968500"/>
            <a:ext cx="3429000" cy="3873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6B0C38-DF3E-B701-B3F5-83EB35ABD169}"/>
              </a:ext>
            </a:extLst>
          </p:cNvPr>
          <p:cNvSpPr txBox="1"/>
          <p:nvPr/>
        </p:nvSpPr>
        <p:spPr>
          <a:xfrm>
            <a:off x="8407400" y="2247900"/>
            <a:ext cx="2768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PRODUCTION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6C590F-BC9E-2510-64F0-EE65D938B91C}"/>
              </a:ext>
            </a:extLst>
          </p:cNvPr>
          <p:cNvSpPr txBox="1"/>
          <p:nvPr/>
        </p:nvSpPr>
        <p:spPr>
          <a:xfrm>
            <a:off x="8407400" y="2857500"/>
            <a:ext cx="27686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Tests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Authentication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Encrypted sync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AE0CE1-9C04-F75B-7F1B-2C56104187A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4AC7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4AC78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05138C2-4827-45B6-E2DF-77408321C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431" y="5312915"/>
            <a:ext cx="1850470" cy="15153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C1BA0CD-0EAC-9814-9A1A-31704BCA5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713" y="4974283"/>
            <a:ext cx="1928373" cy="18983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0227688-9A5C-F530-C5C2-D040E9F6F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413" y="4693435"/>
            <a:ext cx="2173565" cy="216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6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de93b7-8949-4e3d-a08b-0d778f7f5cab}" enabled="1" method="Standard" siteId="{0b3fc178-b730-4e8b-9843-e81259237b7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318</Words>
  <Application>Microsoft Office PowerPoint</Application>
  <PresentationFormat>Widescreen</PresentationFormat>
  <Paragraphs>144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Dona Ramona Arama</dc:creator>
  <cp:lastModifiedBy>Dona Ramona Arama</cp:lastModifiedBy>
  <cp:revision>1</cp:revision>
  <dcterms:created xsi:type="dcterms:W3CDTF">2026-08-13T08:46:59Z</dcterms:created>
  <dcterms:modified xsi:type="dcterms:W3CDTF">2026-08-13T11:08:57Z</dcterms:modified>
</cp:coreProperties>
</file>